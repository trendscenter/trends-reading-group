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5" r:id="rId9"/>
    <p:sldId id="264" r:id="rId10"/>
    <p:sldId id="266" r:id="rId11"/>
    <p:sldId id="267" r:id="rId12"/>
    <p:sldId id="269" r:id="rId13"/>
    <p:sldId id="268" r:id="rId14"/>
    <p:sldId id="270" r:id="rId15"/>
    <p:sldId id="271" r:id="rId16"/>
    <p:sldId id="273" r:id="rId17"/>
    <p:sldId id="272" r:id="rId18"/>
    <p:sldId id="275" r:id="rId19"/>
    <p:sldId id="276" r:id="rId20"/>
    <p:sldId id="277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8A7E"/>
    <a:srgbClr val="6DBFC5"/>
    <a:srgbClr val="5CA2C1"/>
    <a:srgbClr val="BE72FC"/>
    <a:srgbClr val="E7DBD0"/>
    <a:srgbClr val="73A417"/>
    <a:srgbClr val="EF7066"/>
    <a:srgbClr val="9DB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23" autoAdjust="0"/>
    <p:restoredTop sz="85470" autoAdjust="0"/>
  </p:normalViewPr>
  <p:slideViewPr>
    <p:cSldViewPr snapToGrid="0">
      <p:cViewPr>
        <p:scale>
          <a:sx n="90" d="100"/>
          <a:sy n="90" d="100"/>
        </p:scale>
        <p:origin x="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6:10:38.205"/>
    </inkml:context>
    <inkml:brush xml:id="br0">
      <inkml:brushProperty name="width" value="0.20285" units="cm"/>
      <inkml:brushProperty name="height" value="0.20285" units="cm"/>
      <inkml:brushProperty name="color" value="#E71224"/>
    </inkml:brush>
  </inkml:definitions>
  <inkml:trace contextRef="#ctx0" brushRef="#br0">989 614 24575,'-26'46'0,"3"2"0,-16 52 0,30-75 0,-35 105-503,-33 193 1,24 56-839,1-2 321,41-306 1020,-128 655 0,-181 312-1184,220-734 933,36 4 2916,33 143-1578,30 0-160,3-257-805,18 248-122,-16-383 0,35 288 0,-25-237 0,95 414 0,-84-447 0,5-1 0,71 122 0,119 134 0,-100-170 0,152 155 0,-247-293 0,2 0 0,0-1 0,42 26 0,8 7 0,21 13 0,-44-38 0,2-1 0,64 26 0,130 39 0,-2 5 0,60 19 0,-173-79-151,3-4 0,1-4 0,2-5 0,2-4-1,248 15 1,-321-35 122,0-3 0,130-10-1,-159 5 18,-2-1-1,1-1 1,-1-1-1,-1-2 1,0-1-1,49-20 1,-39 9 242,74-42 0,36-35 362,-123 77-562,23-16-30,-3-1 0,-1-2 0,-4-2 0,51-56 0,-32 18 0,-4-3 0,-6-1 0,-4-3 0,-6-1 0,-5-2 0,-6-1 0,41-177 0,-3-150-502,-3 9 13,56-125 489,-58 262 400,26-78 191,-74 263-591,13-145 0,-27 153 0,23-313 0,-22 236 0,6-711-704,-17 653 622,-48-458 82,-30 58-1356,-3 99 742,75 482 618,-127-525 926,121 510-565,-4 0-1,-3 1 1,-3 1-1,-35-53 0,-116-121-364,133 178 0,-3 1 0,-95-69 0,68 64 0,-3 3 0,-3 2 0,-2 2 0,-2 3 0,-2 3 0,-2 2 0,-168-42 0,163 54 0,-165-20 0,-96 8 0,298 28 0,-51-3 0,-171-18 0,-276-31 0,-181 49 0,546 8 0,150-1 0,-68 6 0,92-4 0,0 0 0,0 0 0,1 1 0,-1 0 0,1 0 0,0 1 0,0 0 0,1 1 0,-16 8 0,-6 6 0,2 1 0,1 1 0,1 1 0,1 1 0,2 0 0,1 2 0,2 0 0,1 1 0,2 1 0,1 0 0,-13 30 0,3 0 0,-49 117 0,71-149 0,1 0 0,1 41 0,0-8 0,-31 114 0,21-118 0,3 0 0,-3 86 0,15-125-682,8 29-1,-3-23-6143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02:53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24316,'6766'0'0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03:03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24575,'80'0'0,"502"21"0,-488-10 0,297 23 0,-265-34 0,45 1 0,-137 2 0,38 10 0,-40-7 0,37 3 0,284-6 0,-183-5 0,-62 3 0,127-3 0,-87-14 0,56-2 0,405 17 0,-291 3 0,2086-2 0,-2096-25 0,-159 17-1365,-117 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03:12.32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0 464 24575,'0'-19'0,"1"1"0,1-1 0,0 0 0,2 0 0,8-27 0,-8 34 0,0 1 0,2 0 0,-1 0 0,1 0 0,1 1 0,0 0 0,0 0 0,1 0 0,15-13 0,-18 18 0,85-72 0,-77 68 0,-1 1 0,1 1 0,0 0 0,0 0 0,29-8 0,31-9 0,-44 14 0,0 0 0,0 3 0,1 0 0,44-4 0,-48 10 0,1 1 0,0 1 0,0 2 0,0 0 0,-1 2 0,1 1 0,31 11 0,3 4 0,0 3 0,84 46 0,-121-56 0,-1 1 0,-1 0 0,0 2 0,-1 0 0,0 2 0,-2 0 0,0 1 0,27 39 0,-13-7 0,28 58 0,-49-85 0,-1 1 0,-2 0 0,0 0 0,8 52 0,-9 3 0,-3 0 0,-8 85 0,1-58 0,3-54 0,1-30 0,-2 0 0,-1-1 0,-1 1 0,-5 26 0,7-47 0,-1 0 0,0 1 0,0-1 0,-1 0 0,1 0 0,-1 0 0,0 1 0,0-2 0,0 1 0,0 0 0,0 0 0,0-1 0,-1 1 0,-2 2 0,-2-1 0,0 0 0,0 0 0,0-1 0,-13 5 0,5-2 0,4-1 0,0 1 0,1 0 0,0 1 0,0 0 0,1 1 0,-16 16 0,-8 6 0,-12 7 0,-2-2 0,-62 35 0,74-49 0,2 1 0,0 2 0,-54 52 0,38-36 0,38-32 0,1 1 0,0-1 0,0 2 0,0-1 0,-9 14 0,4 1 0,2 1 0,1 0 0,1 0 0,1 1 0,1 0 0,-11 54 0,12-22 0,3 1 0,2-1 0,6 72 0,0-18 0,-4-75 0,2 0 0,2 0 0,1 0 0,2 0 0,20 69 0,-22-95 0,3 13 0,2 1 0,1-1 0,1-1 0,1 0 0,18 26 0,-27-46-85,1 1 0,-1 0-1,1-1 1,0 1 0,0-1-1,0 0 1,1-1 0,-1 1-1,1-1 1,-1 0 0,1 0-1,0 0 1,0 0 0,0-1-1,8 2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03:16.41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39 0 24575,'-5'0'0,"-8"0"0,-7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04:09.84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24379,'9105'0'0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18.89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333 1883 24575,'993'0'0,"-972"-2"0,0 0 0,0-1 0,22-6 0,-18 3 0,41-4 0,88 11 0,22-3 0,-173 2 0,0-1 0,0 1 0,0-1 0,0 0 0,0 0 0,0 0 0,0 0 0,-1 0 0,1 0 0,0-1 0,-1 0 0,1 1 0,-1-1 0,0 0 0,1 0 0,-1 0 0,0 0 0,0-1 0,0 1 0,-1-1 0,1 1 0,0-1 0,-1 1 0,2-5 0,1-5 0,0-1 0,-1 1 0,-1-1 0,2-21 0,1 1 0,30-167 0,-28 133 0,-2 0 0,-5-73 0,0 113 0,1 10 0,1-1 0,0 1 0,8-28 0,-4 22 0,3-30 0,16-134 0,-18 140 0,-2-2 0,-2 1 0,-2-1 0,-6-56 0,5 101 0,-1 0 0,0 0 0,0 0 0,0-1 0,-1 1 0,0 0 0,1 0 0,-1 1 0,-1-1 0,1 0 0,0 1 0,-4-4 0,-3-3 0,-1 1 0,-17-13 0,-9-9 0,22 16 0,-39-34 0,47 44 0,0 0 0,-1 1 0,1 0 0,-1 1 0,0 0 0,0 0 0,-12-4 0,6 4 0,0-1 0,0-1 0,0 0 0,1-1 0,0 0 0,-17-12 0,-150-83 0,71 44 0,94 51 0,0 0 0,0 1 0,0 0 0,0 1 0,-1 1 0,1 1 0,-1 0 0,-20 0 0,-8-2 0,-125-19 0,60 6 0,-175-3 0,238 20 0,10-1 0,0 2 0,-69 10 0,93-8 0,0-1 0,1 1 0,-1 1 0,1 0 0,0 1 0,0 0 0,1 0 0,-1 1 0,1 0 0,0 1 0,1 0 0,-1 0 0,-12 16 0,-34 57 0,12-15 0,35-51 0,0 0 0,1 0 0,0 1 0,1 0 0,1 0 0,-6 29 0,-5 12 0,-57 144 0,66-177 0,1-1 0,-6 39 0,-4 19 0,10-54 0,1 1 0,1 0 0,-1 35 0,6 85 0,1-61 0,-4 18 0,5 103 0,4-144 0,4-1 0,35 117 0,-43-168 0,0 0 0,1 0 0,0 0 0,1 0 0,0-1 0,1 0 0,0 0 0,1 0 0,0-1 0,0 0 0,1 0 0,0-1 0,0 0 0,16 11 0,123 73 0,-135-87 33,-1 0 0,1-1 0,0 0 0,18 3 0,5 1-1563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21.47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1575 24575,'10'-5'0,"1"0"0,-1 0 0,-1-1 0,1 0 0,-1-1 0,15-14 0,-2 3 0,52-47 0,-4-3 0,-2-3 0,85-116 0,-102 115 0,-3-2 0,55-112 0,50-171 0,-84 155 0,-47 133 0,-16 56 4,0 0-1,0 1 1,1 0-1,1 0 1,0 1 0,1 0-1,0 0 1,10-9-1,13-16-1400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22.85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1 134 24575,'90'-4'0,"126"-22"0,-66 5 0,232-29 0,-301 37 0,55-6 0,-133 19 0,0 0 0,0 0 0,0 0 0,1 0 0,-1 1 0,0-1 0,0 1 0,0 0 0,0 0 0,-1 0 0,1 0 0,0 0 0,0 0 0,-1 1 0,1 0 0,0-1 0,2 3 0,-2 0 0,0 0 0,1 0 0,-2 1 0,1-1 0,0 1 0,-1-1 0,0 1 0,0 0 0,2 9 0,4 14 0,-2 0 0,-1 0 0,1 48 0,-6 92 0,-1-105 0,-6 452-1365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7:10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642 727 24575,'-60'2'0,"31"-1"0,-1-1 0,-46-5 0,70 4 0,0-1 0,1 0 0,-1 0 0,1 0 0,0-1 0,0 1 0,0-1 0,0-1 0,0 1 0,0-1 0,1 1 0,0-1 0,0-1 0,0 1 0,-5-8 0,-5-8 0,2 0 0,-16-33 0,16 27 0,-16-26 0,-1 0 0,-3 3 0,-41-51 0,58 82 0,1 0 0,1-2 0,-16-27 0,26 41 0,0 0 0,1 0 0,-1 0 0,1 0 0,1 0 0,-1-1 0,1 1 0,0 0 0,0-1 0,1 1 0,-1-1 0,2 1 0,-1-1 0,1 1 0,0-1 0,0 1 0,3-7 0,-3 10 0,1 0 0,0 0 0,0 0 0,0 0 0,0 1 0,0-1 0,1 1 0,-1-1 0,1 1 0,0 0 0,-1 0 0,1 0 0,0 0 0,0 1 0,1-1 0,-1 1 0,0 0 0,4-1 0,10-3 0,-1 1 0,25-2 0,-25 4 0,28-5 0,0 2 0,85 3 0,-123 2 0,0 1 0,0 1 0,-1-1 0,1 1 0,0 0 0,-1 0 0,1 0 0,-1 1 0,1 0 0,-1 0 0,0 1 0,-1-1 0,1 1 0,0 0 0,-1 0 0,0 1 0,0-1 0,0 1 0,-1 0 0,6 10 0,2 7 0,0 1 0,-2 0 0,12 42 0,-14-41 0,2 8 0,-1 1 0,-2 0 0,-1 0 0,-2 1 0,-1-1 0,-2 1 0,-1-1 0,-1 1 0,-2-1 0,-2 0 0,-1 0 0,-20 59 0,9-46 0,-48 141 0,58-154 0,1-6 0,-13 34 0,17-52 0,-1-1 0,-1 1 0,1-1 0,-2 0 0,1 0 0,-1-1 0,-12 14 0,-18 12 0,7-7 0,1 1 0,-43 56 0,33-30 105,-134 175-1575,151-204-5356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41.9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1 293 24575,'2'0'0,"0"1"0,0-1 0,0 0 0,0 1 0,0 0 0,0-1 0,0 1 0,0 0 0,0 0 0,0 0 0,-1 0 0,1 1 0,0-1 0,1 2 0,23 24 0,-16-15 0,39 38 0,-22-23 0,37 47 0,-56-64 0,-1 1 0,0-1 0,-1 2 0,-1-1 0,1 1 0,-2-1 0,0 1 0,5 22 0,-6-15 0,0 0 0,2-1 0,0 1 0,1-1 0,1 0 0,1-1 0,0 0 0,21 31 0,-7-17 0,-11-18 0,0 2 0,-2 0 0,14 27 0,63 183 0,-67-183 0,22 54 0,0 25 0,-41-120 0,1 1 0,-1-1 0,0 0 0,1 0 0,-1 0 0,1 0 0,-1 1 0,1-1 0,0 0 0,-1 0 0,1 0 0,0 0 0,0-1 0,0 1 0,0 0 0,0 0 0,0 0 0,0-1 0,0 1 0,1 0 0,-1-1 0,-1 0 0,1 0 0,0 0 0,0-1 0,-1 1 0,1 0 0,0-1 0,-1 1 0,1 0 0,-1-1 0,1 1 0,0-1 0,-1 1 0,1-1 0,-1 1 0,1-1 0,-1 0 0,0 1 0,1-1 0,-1 1 0,0-1 0,1 0 0,-1 1 0,1-2 0,2-7 0,1-1 0,-1 1 0,-1-1 0,2-10 0,5-53 0,-2-128 0,-8 124 0,15-113 0,-5 146 0,1 0 0,1 1 0,22-50 0,-20 53 0,13-69 0,-5 18 0,-4 31 0,-5 22 0,-2 0 0,-1 0 0,-3 0 0,3-48 0,-9 54-1365,0 4-5461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44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29 335 24575,'0'-23'0,"-1"4"0,2 1 0,4-34 0,-4 46 0,1-1 0,0 1 0,0 0 0,0 0 0,1 0 0,0 0 0,0 0 0,1 0 0,-1 1 0,1-1 0,8-7 0,4-3 0,1 0 0,0 1 0,2 1 0,-1 0 0,22-11 0,-26 18 0,0 1 0,0 0 0,1 1 0,-1 1 0,1 0 0,0 0 0,0 2 0,25-2 0,-31 3 0,1 1 0,0 0 0,-1 0 0,1 1 0,-1 1 0,1-1 0,-1 1 0,0 1 0,0 0 0,0 0 0,0 1 0,0 0 0,-1 0 0,1 1 0,-1 0 0,0 1 0,8 7 0,-8-5 0,0 1 0,0 0 0,-1 0 0,0 0 0,-1 1 0,0 0 0,0 1 0,-1-1 0,-1 1 0,0 0 0,0 0 0,-1 1 0,2 14 0,2 18 0,-3 0 0,0 50 0,-4-78 0,1 14 0,0-6 0,-1 0 0,-4 35 0,3-52 0,0-1 0,0 0 0,-1 0 0,1 0 0,-2 0 0,1 0 0,-1-1 0,1 1 0,-2-1 0,1 0 0,0 1 0,-1-1 0,0-1 0,-8 8 0,-44 30 0,34-27 0,-27 25 0,30-23 0,-67 59 0,72-65 0,-1 0 0,0-1 0,-1-1 0,-21 9 0,37-18 0,-1 0 0,1 0 0,-1 0 0,1 0 0,0 0 0,-1 0 0,1 0 0,-1 0 0,1 0 0,0 1 0,-1-1 0,1 0 0,0 0 0,-1 0 0,1 0 0,0 1 0,-1-1 0,1 0 0,0 0 0,0 1 0,-1-1 0,1 0 0,0 1 0,0-1 0,-1 0 0,1 1 0,0-1 0,0 0 0,0 1 0,0-1 0,-1 0 0,1 1 0,0-1 0,0 1 0,15 3 0,36-4 0,-44-1 0,17-1 0,0-1 0,41-10 0,-46 8 0,1 0 0,0 2 0,-1 0 0,38 1 0,-54 2 0,0 0 0,0 1 0,0-1 0,0 1 0,-1 0 0,1 0 0,0 0 0,0 1 0,-1-1 0,1 0 0,0 1 0,-1 0 0,0 0 0,1 0 0,-1 0 0,0 0 0,0 0 0,0 0 0,0 1 0,-1-1 0,1 1 0,0-1 0,-1 1 0,0 0 0,0-1 0,0 1 0,0 0 0,0 0 0,0 3 0,2 10 0,0 1 0,-2-1 0,0 0 0,-2 20 0,1-16 0,0 7 0,1 3 0,-2 1 0,-1 0 0,-9 47 0,9-69 0,0-1 0,0 0 0,-1 0 0,0 0 0,-1-1 0,0 1 0,0-1 0,-1 0 0,1 0 0,-2 0 0,1 0 0,-1-1 0,0 0 0,0 0 0,0-1 0,-1 0 0,0 0 0,-8 4 0,0-1 0,-1-1 0,0-1 0,-1 0 0,1-1 0,-30 4 0,-86 2 0,65-8 0,43 0 171,-36 9 0,37-7-1025,-36 5 1,32-9-5973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55.9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24575,'1'15'0,"0"-1"0,1 0 0,1 0 0,0 0 0,0 0 0,2 0 0,0-1 0,12 24 0,6 4 0,38 51 0,-17-27 0,-10-15 0,-2-2 0,-2 1 0,29 66 0,-23-33 0,35 87 0,0 3 0,-31-79 0,-31-70 0,-6-12 0,1-1 0,0 0 0,0 0 0,1-1 0,1 1 0,-1-1 0,15 16 0,-20-25 0,0 0 0,0 1 0,1-1 0,-1 0 0,0 0 0,1 1 0,-1-1 0,0 0 0,0 0 0,1 0 0,-1 0 0,0 1 0,1-1 0,-1 0 0,0 0 0,1 0 0,-1 0 0,0 0 0,1 0 0,-1 0 0,1 0 0,-1 0 0,0 0 0,1 0 0,-1 0 0,0 0 0,1 0 0,-1-1 0,0 1 0,1 0 0,-1 0 0,0 0 0,1 0 0,-1-1 0,0 1 0,0 0 0,1 0 0,-1 0 0,0-1 0,0 1 0,1 0 0,-1-1 0,0 1 0,0 0 0,0 0 0,1-1 0,-1 1 0,0 0 0,0-1 0,6-20 0,-6 20 0,6-54 0,-2 0 0,-4-84 0,-2 68 0,0-782-1365,2 819-5461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6:58.5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1 169 24575,'1'-7'0,"1"1"0,-1-1 0,1 1 0,1 0 0,-1 0 0,1 0 0,0 0 0,7-9 0,-5 7 0,1 0 0,0 0 0,0 1 0,1 0 0,0 1 0,0-1 0,1 1 0,0 1 0,0-1 0,0 1 0,0 1 0,1 0 0,0 0 0,0 0 0,0 1 0,0 1 0,0-1 0,17-1 0,-5 2 0,0 1 0,1 1 0,-1 1 0,0 1 0,0 1 0,0 1 0,28 8 0,-44-11 0,0 1 0,0 0 0,0 0 0,-1 1 0,1-1 0,-1 1 0,1 0 0,-1 0 0,0 0 0,0 1 0,-1-1 0,7 8 0,-6-4 0,1 0 0,-1 0 0,0 1 0,0-1 0,-1 1 0,0 0 0,2 9 0,0 11 0,0 0 0,-2 1 0,-1 43 0,-2-65 0,0-4 0,1 11 0,-1 0 0,-1 0 0,-1 0 0,-2 14 0,3-24 0,0 0 0,-1 0 0,1 0 0,-1 0 0,0 0 0,0 0 0,-1-1 0,1 1 0,-1-1 0,1 1 0,-1-1 0,0 0 0,-1 0 0,1 0 0,0 0 0,-1-1 0,-4 3 0,-51 24 0,44-23 0,1 0 0,0 1 0,0 1 0,1 0 0,0 1 0,0 0 0,-16 17 0,28-26 0,1 1 0,-1-1 0,0 1 0,1-1 0,-1 1 0,1 0 0,-1-1 0,1 1 0,-1 0 0,1 0 0,0-1 0,-1 1 0,1 0 0,0 0 0,-1 0 0,1-1 0,0 1 0,0 0 0,0 0 0,0 0 0,0 0 0,0 0 0,0-1 0,0 1 0,0 0 0,0 0 0,0 0 0,1 0 0,-1-1 0,0 1 0,0 0 0,1 0 0,-1 0 0,1-1 0,-1 1 0,1 0 0,-1-1 0,1 1 0,-1 0 0,1-1 0,0 1 0,-1-1 0,1 1 0,0-1 0,-1 1 0,1-1 0,0 1 0,0-1 0,0 0 0,-1 1 0,1-1 0,0 0 0,0 0 0,0 0 0,1 0 0,7 3 0,-1-1 0,1-1 0,17 1 0,-26-2 0,82 2 0,-49-2 0,-1 1 0,0 1 0,58 13 0,-84-14 0,0 1 0,-1 0 0,1 1 0,-1 0 0,0-1 0,0 2 0,0-1 0,0 1 0,-1-1 0,1 1 0,-1 0 0,0 1 0,0-1 0,0 1 0,-1 0 0,0 0 0,0 0 0,0 0 0,0 0 0,-1 1 0,0-1 0,0 1 0,0 0 0,0 9 0,3 12 0,-2 0 0,-1 1 0,-2-1 0,-2 29 0,1-24 0,1 10 0,1-22 0,-1-1 0,-4 31 0,3-44 0,0-1 0,-1 0 0,1 0 0,-1 0 0,0 0 0,0 0 0,0 0 0,-1 0 0,0-1 0,0 1 0,0-1 0,0 0 0,-1 0 0,-4 4 0,-1-1 0,-1 0 0,0-1 0,0 0 0,0 0 0,-1-1 0,0-1 0,0 0 0,0 0 0,-1-1 0,1-1 0,-21 2 0,-11-1 0,-82-5 0,57 0 0,-117 1-1365,149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7:00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599 1 24575,'-119'107'0,"73"-68"0,-73 79 0,45-34 0,30-36 0,2 2 0,-40 64 0,74-100 0,1 0 0,0 1 0,1 0 0,-6 25 0,-9 64 0,16-66 0,1 1 0,2 0 0,5 74 0,-2-107 0,0 0 0,0 1 0,1-1 0,-1 0 0,1 0 0,1 0 0,-1 0 0,1 0 0,0 0 0,0-1 0,1 1 0,0-1 0,6 7 0,0-2 0,1-1 0,1 0 0,-1-1 0,25 14 0,11 9 0,-40-25 0,1 0 0,0 0 0,1-1 0,-1 0 0,1 0 0,0-1 0,0-1 0,0 1 0,15 2 0,3-2 0,0-1 0,0-2 0,0 0 0,0-2 0,35-5 0,-56 4 0,0 0 0,0 0 0,0 0 0,0 0 0,-1-1 0,1 0 0,-1 0 0,1-1 0,-1 1 0,0-1 0,-1 0 0,1-1 0,-1 1 0,1-1 0,-1 0 0,-1 0 0,1 0 0,-1-1 0,4-7 0,4-11 0,-1-1 0,-1 0 0,7-37 0,-2 9 0,-6 30 0,-1 0 0,-2-1 0,0 0 0,1-30 0,-6 47 0,0 0 0,0 0 0,-1 1 0,0-1 0,0 0 0,0 1 0,-1-1 0,0 0 0,-1 1 0,1 0 0,-1 0 0,0 0 0,-1 0 0,0 0 0,0 0 0,0 1 0,0 0 0,-1 0 0,-10-9 0,1 4 0,0 1 0,-1 0 0,0 1 0,0 1 0,-1 0 0,0 1 0,0 1 0,0 1 0,-1 0 0,1 1 0,-19-2 0,24 6-124,0-1 0,0 1 0,-1 1 0,1 0 0,1 1 0,-1 0-1,0 1 1,1 0 0,-1 0 0,-15 10 0,2-2-6702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7:02.6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1 262 24575,'2'0'0,"1"1"0,0-1 0,-1 1 0,1 0 0,-1 0 0,1 0 0,-1 0 0,0 1 0,1-1 0,-1 1 0,0-1 0,0 1 0,0 0 0,0 0 0,0 0 0,2 3 0,27 38 0,-29-40 0,12 21 0,-1 1 0,20 53 0,9 58 0,14 35 0,-44-142 0,1 0 0,1 0 0,2-2 0,28 38 0,-23-37 0,-1 1 0,-2 1 0,-1 0 0,21 50 0,-28-56 0,-10-24 0,0-1 0,0 1 0,0 0 0,0 0 0,0 0 0,0 0 0,0-1 0,0 1 0,0 0 0,0 0 0,0 0 0,0 0 0,0 0 0,0-1 0,0 1 0,0 0 0,0 0 0,0 0 0,0 0 0,0 0 0,1-1 0,-1 1 0,0 0 0,0 0 0,0 0 0,0 0 0,0 0 0,0 0 0,0 0 0,1 0 0,-1-1 0,0 1 0,0 0 0,0 0 0,0 0 0,0 0 0,1 0 0,-1 0 0,0 0 0,0 0 0,0 0 0,0 0 0,1 0 0,-1 0 0,0 0 0,0 0 0,0 0 0,0 0 0,0 0 0,1 0 0,-1 0 0,0 0 0,0 1 0,0-1 0,0 0 0,0 0 0,1 0 0,-1 0 0,0 0 0,0 0 0,0 0 0,0 0 0,0 1 0,4-30 0,-1 0 0,-2 0 0,-3-47 0,0 19 0,-1-773-708,3 745 51,0 56-6169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7:03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1 24575,'1'72'0,"-3"86"0,1-129 0,-3 0 0,0-1 0,-12 40 0,-37 113 0,51-176 0,1-1 0,-1 1 0,1 0 0,1 0 0,-1-1 0,1 1 0,0 0 0,0 0 0,0 0 0,2 9 0,-1-12 0,0 1 0,0-1 0,0 0 0,0 0 0,1 0 0,-1 0 0,1-1 0,-1 1 0,1 0 0,0 0 0,-1-1 0,1 1 0,0-1 0,0 0 0,0 1 0,0-1 0,0 0 0,0 0 0,1-1 0,-1 1 0,0 0 0,0-1 0,1 1 0,-1-1 0,3 1 0,38 3 0,0-2 0,69-5 0,-36 0 0,26-1-455,0-4 0,130-27 0,-186 25-6371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7:04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99 0 24575,'0'11'0,"0"10"0,0 11 0,0 13 0,0 9 0,0 7 0,0 4 0,-6 3 0,-1 0 0,-6 0 0,0 0 0,-4-6 0,2-8 0,2-2 0,4-4 0,4-11-8191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7:06.4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957 731 24575,'-3'0'0,"0"1"0,1 0 0,-1 0 0,0-1 0,0 2 0,1-1 0,-1 0 0,-3 3 0,-12 5 0,-17 2 0,0-1 0,0-2 0,-1-1 0,-57 3 0,-150-8 0,173-3 0,38 1 0,12 1 0,1-1 0,-23-4 0,37 4 0,0-1 0,-1-1 0,1 1 0,0-1 0,0 0 0,0 0 0,1 0 0,-1 0 0,0-1 0,1 0 0,-1 0 0,-5-6 0,-2-5 0,0 0 0,1-1 0,0-1 0,2 0 0,0 0 0,0-1 0,2 0 0,-7-23 0,-34-145 0,48 185 0,-13-63 0,2 0 0,-4-81 0,15 138 0,0 0 0,0 1 0,1-1 0,-1 0 0,1 0 0,1 1 0,-1-1 0,1 1 0,0-1 0,0 1 0,0 0 0,1-1 0,0 1 0,5-6 0,-4 6 0,0 1 0,1 0 0,-1 0 0,1 1 0,0-1 0,0 1 0,1 0 0,-1 1 0,1-1 0,-1 1 0,1 0 0,0 0 0,9-1 0,5 0 0,0 0 0,-1 1 0,1 0 0,0 2 0,0 1 0,0 0 0,0 2 0,0 0 0,-1 1 0,0 1 0,0 0 0,0 2 0,0 0 0,-1 2 0,0-1 0,-1 2 0,0 1 0,19 15 0,13 16 0,85 97 0,-103-104 0,-21-23 0,0 0 0,-1 1 0,-1 0 0,0 1 0,7 18 0,25 75 0,-23-57 0,2 4 0,63 188 0,-74-214 0,0-2 0,-1 0 0,6 45 0,-12-62 0,-1 0 0,0 0 0,0 0 0,-1 0 0,0 0 0,-1 0 0,0 0 0,0 0 0,-1 0 0,0-1 0,-8 16 0,-18 24 0,-59 74 0,-16 25 0,97-134 0,-1 0 0,0-1 0,0 0 0,-1 0 0,-1-1 0,0 0 0,0 0 0,-13 8 0,-83 67 54,69-55-1473,17-14-5407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37.9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24575,'17'450'0,"0"39"0,-15-467 0,0 1 0,1-1 0,2 0 0,0 0 0,10 26 0,-6-21 0,-2 0 0,8 50 0,-11 166-47,-6-169-1271,2-40-5508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38.9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24575,'3'5'0,"1"0"0,-1 1 0,0-1 0,0 1 0,0-1 0,-1 1 0,0 0 0,0 0 0,2 10 0,1 4 0,14 50 0,-3 2 0,-3 0 0,5 113 0,-16 224 0,-5-247 0,3 39-1365,0-168-5461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39.9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0 481 24575,'14'-1'0,"0"0"0,-1-1 0,20-5 0,9-2 0,-6 1 0,0 0 0,0-3 0,-1-1 0,39-19 0,129-76 0,-61 29 0,-138 76 0,25-13 0,1 1 0,36-11 0,-46 18 0,26-13 0,-32 13 0,1 0 0,0 2 0,26-8 0,-11 6-113,-1-2 1,0-2-1,-1 0 0,31-18 0,-37 18-688,5-2-6025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42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102 100 24575,'0'31'0,"-1"0"0,-1 1 0,-8 34 0,-4 16 0,9-47 0,-11 39 0,10-47 0,1 0 0,0 0 0,0 36 0,6 85 0,1-65 0,-2-74 0,0 0 0,1 0 0,0 0 0,0 0 0,1 0 0,5 13 0,-6-19 0,0 1 0,1-1 0,0 0 0,0 0 0,0 0 0,0 0 0,1 0 0,-1 0 0,1 0 0,0-1 0,-1 0 0,1 1 0,0-1 0,1 0 0,-1 0 0,0-1 0,0 1 0,7 1 0,7 2 0,1-2 0,-1-1 0,1 0 0,0-1 0,0-1 0,33-3 0,-10 0 0,-34 3 0,1 0 0,-1-1 0,1 0 0,-1-1 0,13-3 0,-16 3 0,-1 1 0,0-1 0,0 0 0,0 0 0,0 0 0,0 0 0,0-1 0,0 1 0,-1-1 0,0 1 0,1-1 0,-1 0 0,0 0 0,2-4 0,14-30 0,-2 0 0,15-53 0,-18 48 0,-6 20 0,-2 0 0,0 0 0,-2-1 0,1-27 0,-4-96 0,-2 77 0,1 36 0,-9-64 0,7 85 0,1 0 0,-1 0 0,-1 0 0,0 0 0,-1 1 0,-1-1 0,1 1 0,-11-14 0,12 20 0,0 1 0,0 0 0,-1 0 0,1 0 0,-1 0 0,0 1 0,0-1 0,0 1 0,-1 1 0,1-1 0,-8-2 0,-7-1 0,-40-7 0,4 1 0,36 5 0,-1 2 0,0 0 0,-1 2 0,1 0 0,-1 1 0,-22 1 0,41 2-57,0-1 0,0 0 1,0 1-1,0-1 0,0 1 0,0 0 0,1 0 0,-1 0 0,0 0 0,1 0 0,-1 1 1,1-1-1,-1 1 0,1 0 0,0 0 0,-1 0 0,1 0 0,0 0 0,0 0 1,1 0-1,-1 1 0,0-1 0,-1 4 0,-6 15-6769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44.6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1 202 24575,'1'31'0,"9"49"0,-1-13 0,3 138 0,-9-114 0,28 172 0,-26-238 0,-2-9 0,0 0 0,11 26 0,-12-37 0,-1-1 0,2 0 0,-1 0 0,0 0 0,1 0 0,0 0 0,0 0 0,0-1 0,0 1 0,1-1 0,0 0 0,-1 0 0,9 4 0,8 4 0,-10-4 0,1-1 0,0-1 0,21 8 0,-31-13 0,-1 0 0,1 1 0,0-1 0,0 0 0,0 0 0,-1 0 0,1 0 0,0 0 0,0 0 0,0-1 0,-1 1 0,1 0 0,0 0 0,0 0 0,-1-1 0,1 1 0,0 0 0,-1-1 0,1 1 0,0-1 0,-1 1 0,1-1 0,0 1 0,-1-1 0,1 1 0,0-1 0,9-22 0,-3-14 0,-2 0 0,-1 0 0,-2 0 0,-3-46 0,0 33 0,-3-446 0,5 481 0,-1-1 0,2 1 0,5-25 0,-5 34 0,0-1 0,0 1 0,0-1 0,1 1 0,0-1 0,0 1 0,1 0 0,0 1 0,0-1 0,6-6 0,-9 10 0,1 1 0,-1-1 0,1 1 0,0-1 0,-1 1 0,1 0 0,0 0 0,0 0 0,0 0 0,-1 0 0,1 1 0,0-1 0,0 0 0,0 1 0,0 0 0,1-1 0,-1 1 0,0 0 0,0 0 0,4 0 0,-3 1 0,0 0 0,0 0 0,0 0 0,-1 1 0,1-1 0,0 1 0,0 0 0,-1-1 0,1 1 0,-1 0 0,0 1 0,4 2 0,3 7 0,0 1 0,0 0 0,-1 0 0,9 21 0,3 13 0,26 87 0,2 55 0,-12-40 0,-32-133 0,2 0 0,-1 0 0,15 28 0,-15-36 0,0-1 0,0 0 0,0 0 0,1 0 0,0 0 0,1-1 0,-1 0 0,15 10 0,32 25 0,-35-25 0,-17-15 0,0 0 0,0 0 0,0 0 0,0 0 0,0 0 0,0-1 0,0 1 0,0 0 0,1-1 0,-1 1 0,0-1 0,0 1 0,0-1 0,1 1 0,-1-1 0,0 0 0,1 0 0,-1 0 0,0 0 0,1 0 0,-1 0 0,0 0 0,0 0 0,3-1 0,-2 0 0,-1 0 0,1-1 0,-1 1 0,0-1 0,1 1 0,-1-1 0,0 0 0,0 1 0,0-1 0,0 0 0,-1 0 0,1 0 0,0 0 0,-1 1 0,1-1 0,0-4 0,5-38 0,-1-1 0,-2 0 0,-6-78 0,1 48 0,3-1 167,20-129 0,31-72-1218,-41 222 403,-4 22-6178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47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24575,'0'727'0,"0"-718"0,1 1 0,-1-1 0,1 0 0,1 0 0,0 0 0,0 0 0,1 0 0,0 0 0,5 9 0,-5-13 0,-1-1 0,1 0 0,0 0 0,0 0 0,1 0 0,-1 0 0,1-1 0,-1 1 0,1-1 0,0 0 0,0 0 0,1-1 0,-1 1 0,1-1 0,-1 0 0,1 0 0,-1-1 0,9 3 0,20 0 0,-1-1 0,0-1 0,59-5 0,-17 0 0,-22 3 0,-28 1 0,0-1 0,1-1 0,-1-1 0,45-10 0,-44 5-1365,-3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48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0 349 24575,'28'0'0,"70"-3"0,-84 2 0,-1-1 0,0-1 0,0 0 0,0-1 0,17-7 0,16-11 0,48-19 0,-69 32 0,0-1 0,0-1 0,-2-2 0,1 0 0,-2-1 0,34-27 0,-22 13-341,1 1 0,1 2-1,56-28 1,-63 38-6485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8:50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138 1 24575,'-6'0'0,"-1"0"0,1 1 0,0 0 0,-1 0 0,1 1 0,0 0 0,0 0 0,0 0 0,0 1 0,-6 3 0,8-3 0,0-1 0,1 1 0,-1-1 0,1 1 0,-1 0 0,1 1 0,0-1 0,0 0 0,0 1 0,1 0 0,-1 0 0,1-1 0,0 1 0,0 1 0,-1 3 0,-2 11 0,1-1 0,2 1 0,-2 35 0,6 60 0,1-52 0,-3-49 0,1-1 0,0 0 0,5 19 0,-6-27 0,1-1 0,0 1 0,1-1 0,-1 0 0,1 0 0,-1 0 0,1 0 0,0 0 0,0 0 0,0 0 0,0-1 0,1 1 0,-1-1 0,1 1 0,-1-1 0,1 0 0,5 3 0,8 2 0,1 0 0,0-1 0,0-1 0,1 0 0,-1-2 0,20 3 0,109 0 0,-140-6 0,0 0 0,0-1 0,0 0 0,-1 1 0,1-2 0,0 1 0,0-1 0,-1 0 0,1 0 0,6-4 0,-8 4 0,0-1 0,-1 0 0,1 0 0,-1 0 0,0 0 0,0-1 0,0 1 0,0-1 0,-1 0 0,0 0 0,1 0 0,-1 0 0,-1 0 0,3-5 0,2-11 0,-1 0 0,-1-1 0,0 1 0,0-38 0,-3 11 0,-6-48 0,4 88 0,0 1 0,0-1 0,0 1 0,-1 0 0,0-1 0,0 1 0,-1 0 0,1 0 0,-1 0 0,-1 0 0,1 1 0,-1-1 0,0 1 0,0 0 0,0 0 0,-7-5 0,4 4 0,0 2 0,0-1 0,-1 1 0,1 0 0,-1 1 0,0-1 0,0 1 0,0 1 0,0 0 0,0 0 0,-1 1 0,-10-1 0,-111 3-56,91 0-1253,11 0-5517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9:12.5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1 173 24575,'24'-25'0,"2"1"0,47-33 0,-60 48 0,1 2 0,0-1 0,0 1 0,0 1 0,1 1 0,0 0 0,0 1 0,20-3 0,2 3 0,0 1 0,0 2 0,0 1 0,41 6 0,-74-5 0,0 0 0,0-1 0,-1 1 0,1 1 0,0-1 0,-1 0 0,1 1 0,-1 0 0,1 0 0,-1 0 0,0 0 0,0 1 0,0-1 0,0 1 0,3 3 0,-2-1 0,0 0 0,-1 0 0,0 1 0,0-1 0,0 1 0,-1 0 0,1 0 0,1 9 0,0 9 0,0-1 0,-2 1 0,-1 44 0,-1-59 0,0 45 0,-5 97 0,3-134 0,-1 0 0,0 0 0,-1-1 0,-1 0 0,-1 0 0,-13 28 0,-14 18 0,5-8 0,-41 59 0,66-110 0,0 1 0,0 0 0,-1-1 0,1 1 0,-1-1 0,0 0 0,0-1 0,0 1 0,0 0 0,0-1 0,-1 0 0,-6 2 0,-4 0 0,0 0 0,-25 2 0,-9 2 0,10-1 0,26-5 0,1 0 0,0 1 0,0 0 0,-14 6 0,22-7 0,0 0 0,0 0 0,1 1 0,-1-1 0,1 1 0,-1 0 0,1 0 0,0 0 0,0 0 0,0 1 0,0-1 0,1 1 0,-1 0 0,1 0 0,-3 7 0,1 1 0,0-1 0,1 1 0,0 0 0,1 0 0,-1 24 0,5 64 0,0-52 0,1-4 0,14 67 0,-3-24 0,-1-4 226,9 107-1817,-21-158-5235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39:13.2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0:53.4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1 129 24575,'1'5'0,"1"0"0,0 0 0,0-1 0,0 1 0,1 0 0,0-1 0,-1 0 0,2 0 0,3 5 0,1 2 0,15 21 0,-1 0 0,0 0 0,19 43 0,-22-36 0,-3 0 0,13 48 0,-23-72 0,1 0 0,0-1 0,1 0 0,0 0 0,1 0 0,15 17 0,0 1 0,-24-31 0,0-1 0,0 0 0,0 1 0,0-1 0,0 0 0,1 0 0,-1 1 0,0-1 0,0 0 0,0 0 0,0 1 0,1-1 0,-1 0 0,0 0 0,0 0 0,1 1 0,-1-1 0,0 0 0,0 0 0,1 0 0,-1 0 0,0 0 0,0 1 0,1-1 0,-1 0 0,0 0 0,1 0 0,-1 0 0,0 0 0,0 0 0,1 0 0,-1 0 0,0 0 0,1 0 0,-1 0 0,0 0 0,0 0 0,1 0 0,-1 0 0,1-1 0,4-13 0,-2-27 0,-3 38 0,-2-167 0,-1 90 0,7-87 0,9 97 0,-8 52 0,-2-1 0,3-30 0,-5 23-1365,-1 4-5461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0:55.91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347 1 24575,'-6'0'0,"-8"0"0,-1 0 0,1 1 0,-18 3 0,26-2 0,0 0 0,0 0 0,0 0 0,0 1 0,0 0 0,1 0 0,-1 1 0,1-1 0,0 1 0,-5 5 0,-6 4 0,1 1 0,0 1 0,1 0 0,1 1 0,0 0 0,1 1 0,1 1 0,0 0 0,-14 36 0,10-16 0,8-23 0,0 1 0,2 0 0,0 0 0,1 0 0,0 1 0,2-1 0,-2 20 0,4-17 0,0 0 0,1 1 0,1-1 0,1-1 0,1 1 0,0 0 0,2-1 0,14 33 0,-18-47 0,1 0 0,0-1 0,1 0 0,-1 1 0,1-1 0,0-1 0,-1 1 0,1 0 0,0-1 0,1 0 0,-1 0 0,0 0 0,0 0 0,1-1 0,8 2 0,76 12 0,-79-14 0,13 1 0,0 0 0,0-2 0,0-1 0,-1 0 0,1-2 0,-1 0 0,34-10 0,-44 9 0,1-1 0,-1 0 0,0-1 0,0 0 0,-1-1 0,0 0 0,0-1 0,0 0 0,-1 0 0,0-1 0,-1-1 0,0 0 0,0 0 0,8-13 0,21-33 0,-19 30 0,21-39 0,-35 55 0,0 0 0,-1 0 0,-1 0 0,0 0 0,0-1 0,-1 0 0,0 1 0,0-13 0,-1 12 0,-1 0 0,0 0 0,-1 0 0,0 0 0,0 0 0,-2 0 0,1 1 0,-1-1 0,-1 1 0,-6-13 0,7 17 0,-1 0 0,0 1 0,0-1 0,-1 1 0,1 0 0,-1 1 0,0-1 0,0 1 0,-1 0 0,1 0 0,-1 0 0,0 1 0,0 0 0,0 0 0,-1 1 0,1 0 0,-1 0 0,-6-1 0,-55-10 0,49 11 0,0-2 0,0 0 0,1 0 0,-1-2 0,1-1 0,-19-9 0,1-1-1365,20 11-5461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0:57.4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24575,'0'41'0,"2"0"0,12 61 0,-6-46 0,-7-42 0,1 0 0,0-1 0,1 1 0,0-1 0,1 1 0,1-1 0,9 19 0,1-1 0,-1 0 0,-2 1 0,-1 0 0,10 56 0,-19-82 6,0-1-1,0 1 0,1-1 1,-1 0-1,1 1 1,0-2-1,6 9 0,5 8-1413,-6-7-5418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0:59.6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24575,'0'37'0,"-1"61"0,17 132 0,-9-162 0,-6 130 0,2 19 0,-1-202 0,2 0 0,-1-1 0,2 1 0,0-1 0,0 0 0,9 14 0,-6-12 0,-1 0 0,-1 0 0,0 1 0,4 20 0,-9-31 0,0 1 0,0-1 0,1 0 0,0 0 0,0 0 0,0 0 0,1 0 0,-1-1 0,2 1 0,-1-1 0,0 1 0,1-1 0,0 0 0,1-1 0,-1 1 0,1-1 0,-1 1 0,1-2 0,10 7 0,-9-5 18,-1 0 0,0 0 0,0 0-1,0 0 1,5 10 0,-6-10-202,-1 0 0,1 0 0,0 0 0,1-1 0,-1 1 0,1-1 0,7 5 0,3-1-6642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00.9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 1 24575,'-1'76'0,"0"-21"0,1-1 0,3 0 0,12 62 0,-6-39 0,-9-65 0,0-1 0,1 1 0,1-1 0,0 1 0,0-1 0,1 0 0,1 0 0,-1 0 0,2-1 0,0 1 0,0-1 0,9 13 0,0-5-93,35 37-1179,-38-44-5554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01.68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04.6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271 1 24575,'0'1'0,"-1"1"0,1-1 0,-1 0 0,0 1 0,1-1 0,-1 0 0,0 0 0,0 1 0,0-1 0,0 0 0,0 0 0,0 0 0,0 0 0,0 0 0,0 0 0,0-1 0,-1 1 0,-1 1 0,-30 15 0,25-13 0,0-1 0,-15 9 0,1 0 0,-27 19 0,42-26 0,0 1 0,0 0 0,1 0 0,0 1 0,0 0 0,1 0 0,0 0 0,0 1 0,1-1 0,-5 12 0,-1 8 0,2 0 0,1 1 0,1 0 0,1 1 0,2-1 0,1 1 0,1-1 0,2 1 0,4 36 0,-4-59 0,-1 0 0,1-1 0,1 1 0,-1-1 0,1 1 0,0-1 0,0 1 0,0-1 0,1 0 0,0 0 0,0 0 0,0 0 0,1-1 0,0 1 0,0-1 0,0 0 0,8 6 0,-4-4 0,0-1 0,1-1 0,-1 0 0,1 0 0,0-1 0,0 0 0,0 0 0,1-1 0,16 2 0,0 0 0,-18-3 0,0 1 0,0-1 0,0-1 0,0 0 0,0 0 0,10-1 0,-14 0 0,0-1 0,-1 1 0,1 0 0,-1-1 0,0 0 0,1 0 0,-1 0 0,0 0 0,0 0 0,0-1 0,0 1 0,-1-1 0,1 0 0,-1 0 0,0 0 0,1 0 0,1-4 0,4-9 0,-1 0 0,-1-1 0,0 1 0,-1-1 0,-1-1 0,0 1 0,-1 0 0,0-34 0,6-24 0,-8 68 0,11-81 0,-11 79 0,-1 0 0,0 0 0,0 0 0,-1 0 0,0 1 0,-1-1 0,-3-14 0,1 17-105,0 0 0,-1 0 0,1 0 0,-1 0 0,0 1 0,0 0 0,-1 0 0,0 0 0,0 1 0,0 0 0,0 0 0,-13-6 0,0 3-6721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06.37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24575,'16'193'0,"-4"-86"0,-7-65 0,15 54 0,-11-61 0,-2 1 0,4 50 0,2 49 0,-6-81 0,0 62 0,-6-82 0,2 0 0,1 0 0,2 0 0,11 37 0,5-18 0,-18-44 0,0-1 0,0 1 0,0 0 0,-2 0 0,1 1 0,-1-1 0,1 12 0,8 83-1365,-6-80-5461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08.3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433 25 24575,'-11'0'0,"0"-2"0,0 0 0,1 0 0,-12-4 0,-34-6 0,36 11 0,0 1 0,0 1 0,0 1 0,0 0 0,-28 8 0,36-7 0,1 0 0,0 1 0,0 1 0,0-1 0,1 2 0,-1-1 0,1 2 0,1-1 0,-1 1 0,-13 14 0,19-17 0,0 1 0,1 1 0,0-1 0,0 0 0,0 1 0,0-1 0,1 1 0,0 0 0,0 0 0,1 0 0,0 0 0,0 0 0,-1 7 0,1 12 0,2-1 0,2 26 0,0-3 0,-2-40 0,0 0 0,0 0 0,1 0 0,-1-1 0,1 1 0,1-1 0,-1 1 0,1-1 0,0 0 0,1 0 0,0 0 0,0 0 0,7 8 0,7 5 0,1-1 0,28 21 0,-15-13 0,-19-14 0,0-2 0,1 0 0,0 0 0,0-1 0,25 11 0,-31-17 0,-1-1 0,0 0 0,1 0 0,-1-1 0,1 0 0,-1-1 0,1 1 0,-1-1 0,1-1 0,0 1 0,-1-1 0,1-1 0,-1 1 0,12-5 0,-10 2 0,1 1 0,-1-2 0,-1 1 0,1-1 0,-1-1 0,1 0 0,-1 0 0,-1 0 0,0-1 0,0 0 0,7-8 0,-5 2 0,1-1 0,-2 0 0,0 0 0,0-1 0,-1 1 0,5-21 0,-3 7 0,-3 0 0,0-1 0,-1 1 0,-2-1 0,-1 0 0,-2 0 0,-3-37 0,2 62 5,1 1 1,-1 0-1,0 0 0,0-1 0,0 1 0,0 0 1,-1 0-1,1 0 0,-1 0 0,0 1 1,0-1-1,0 0 0,0 1 0,0-1 0,0 1 1,-1 0-1,1-1 0,-1 1 0,0 1 0,0-1 1,1 0-1,-7-2 0,0 0-217,-1 1 0,1 0 0,-1 1-1,0 0 1,0 0 0,-12 0 0,-2 1-6614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09.89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24575,'5'7'0,"-1"0"0,-1 0 0,1 0 0,-1 0 0,0 1 0,-1-1 0,0 1 0,0 0 0,1 15 0,2 0 0,3 25 0,-2 2 0,-3-1 0,-5 96 0,4 60 0,-1-201-57,0-1 0,0 1 1,0 0-1,0-1 0,0 1 0,1 0 0,-1-1 0,1 0 0,0 1 0,0-1 0,0 0 1,1 0-1,-1 0 0,1 0 0,0-1 0,0 1 0,0-1 0,0 1 0,0-1 1,0 0-1,0 0 0,1 0 0,5 1 0,9 3-6769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11.63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24575,'1'1'0,"1"-1"0,-1 1 0,1-1 0,-1 1 0,1 0 0,-1-1 0,0 1 0,1 0 0,-1 0 0,0 0 0,0 0 0,1 0 0,-1 0 0,0 0 0,0 1 0,0-1 0,-1 0 0,1 1 0,0-1 0,0 0 0,-1 1 0,2 1 0,11 36 0,-13-39 0,8 41 0,-2-1 0,-2 1 0,-1 1 0,-2-1 0,-6 46 0,2 11 0,4-17 0,-3 75 0,-24-19 0,26 191 0,1-325 0,-1 0 0,0 0 0,1 0 0,0 0 0,-1-1 0,1 1 0,0 0 0,1 0 0,-1-1 0,0 1 0,1 0 0,-1-1 0,1 0 0,0 1 0,0-1 0,0 0 0,0 0 0,0 0 0,4 3 0,-1-2 0,0-1 0,0 0 0,0 1 0,0-2 0,0 1 0,1-1 0,-1 1 0,1-1 0,10 0 0,2-1 0,0-1 0,-1 0 0,1-1 0,0-1 0,29-9 0,-5 0-1365,-22 9-5461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12.7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 24575,'8'0'0,"31"0"0,55-6 0,-80 3 0,0 0 0,0 0 0,0-1 0,-1-1 0,0 0 0,0-1 0,18-10 0,-11 3-455,0 2 0,27-11 0,-30 16-6371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1:15.2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1 273 24575,'153'3'0,"166"-6"0,-313 2 0,-1-1 0,0 1 0,0-1 0,0 0 0,0 0 0,0-1 0,-1 1 0,1-1 0,-1 0 0,1 0 0,-1-1 0,0 1 0,-1-1 0,1 0 0,0 0 0,-1 0 0,0 0 0,0-1 0,0 1 0,-1-1 0,1 0 0,-1 0 0,3-10 0,-2 7 0,0 0 0,-1-1 0,0 1 0,0-1 0,-1 0 0,0 1 0,-1-1 0,0 0 0,0 0 0,-1 1 0,0-1 0,0 0 0,-1 1 0,-3-10 0,3 15 0,0 0 0,0 0 0,0 0 0,0 1 0,0-1 0,-1 0 0,0 1 0,1 0 0,-1 0 0,0 0 0,0 0 0,0 0 0,0 0 0,0 1 0,-1-1 0,1 1 0,0 0 0,-1 0 0,1 0 0,-1 1 0,1-1 0,-6 1 0,-12-2 0,0 2 0,-36 3 0,25-1 0,24-1 0,1-1 0,-1 1 0,1 1 0,-1 0 0,1 0 0,0 0 0,0 1 0,0 0 0,0 0 0,0 0 0,1 1 0,-7 5 0,-4 5 0,0 1 0,-25 28 0,3-1 0,22-23 0,0 1 0,2 0 0,1 2 0,-21 39 0,21-36 0,11-20 0,1 0 0,0 0 0,0 1 0,0-1 0,1 0 0,0 1 0,0 0 0,0-1 0,1 1 0,-1-1 0,1 1 0,1 0 0,-1-1 0,1 1 0,0-1 0,0 1 0,1-1 0,-1 1 0,1-1 0,1 0 0,-1 0 0,6 10 0,6 6 0,1-1 0,1 0 0,34 32 0,-27-28 0,-10-12 0,0-1 0,1 0 0,0 0 0,1-1 0,0-1 0,1-1 0,0 0 0,22 7 0,18 4 0,65 11 0,-107-27 0,30 4-1365,-23-5-5461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4:54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24575,'55'-19'0,"-7"13"0,1 2 0,79 4 0,32-1 0,631-17 0,-229 13 0,-384-7 0,62-2 0,-1 12 0,257 6 0,-265 22 0,-69-6 0,-131-17 0,450 26 0,405-4 0,-666-5 0,296-12 0,-361-20 0,80-3 0,675 15 0,-900 0-227,0 0-1,0-1 1,-1 0-1,1-1 1,13-4-1,-6 0-6598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4:56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1324 0 24575,'-26'764'0,"3"-525"0,-61 273 0,74-463 0,-3-1 0,-2 0 0,-3-1 0,-24 49 0,27-70 0,0 0 0,-2 0 0,-1-2 0,-1 0 0,-1-1 0,-1-1 0,-45 38 0,-16-2 0,-137 73 0,73-48 0,113-66-136,-1-1-1,-1-2 1,-1-1-1,0-2 1,0-1-1,-1-2 1,0-2-1,-1-1 0,-64 0 1,72-5-6690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4:57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 24575,'-3'37'0,"-1"0"0,-3 0 0,0 0 0,-3-1 0,-1 0 0,-27 61 0,19-51 0,2 0 0,2 2 0,-9 52 0,23-90 0,1-1 0,0 1 0,1 0 0,0-1 0,0 1 0,1-1 0,0 0 0,1 1 0,0-1 0,1 0 0,-1 0 0,2-1 0,-1 1 0,1-1 0,1 0 0,-1 0 0,1-1 0,1 0 0,-1 0 0,9 7 0,7 6 0,2 0 0,1-1 0,0-2 0,56 29 0,-38-24-273,0-2 0,2-2 0,0-2 0,83 18 0,-90-29-6553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0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24575,'-2'274'0,"4"297"0,3-510-455,2-1 0,20 84 0,-20-115-6371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2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24575,'18'-14'0,"0"0"0,2 2 0,-1 0 0,1 1 0,1 1 0,0 1 0,26-8 0,-4 0 0,-35 14 0,0 0 0,-1 0 0,1 1 0,0 0 0,0 1 0,0 0 0,1 0 0,-1 1 0,0 0 0,0 0 0,12 2 0,-17-1 0,1 0 0,-1 0 0,0 0 0,0 1 0,0-1 0,0 1 0,0 0 0,0-1 0,0 1 0,0 1 0,0-1 0,-1 0 0,0 1 0,1-1 0,-1 1 0,0 0 0,0-1 0,0 1 0,0 0 0,-1 0 0,1 1 0,-1-1 0,0 0 0,0 0 0,0 1 0,0-1 0,-1 1 0,1 5 0,-1-4 0,0 0 0,0 0 0,0 0 0,-1 0 0,0-1 0,0 1 0,0 0 0,0 0 0,-1-1 0,0 1 0,0-1 0,0 1 0,0-1 0,-1 0 0,0 0 0,1 0 0,-2 0 0,1-1 0,0 1 0,-1-1 0,0 0 0,1 0 0,-6 3 0,-12 7 0,1-1 0,-2 0 0,-35 12 0,17-7 0,-15 4-1365,32-14-5461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3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1 121 24575,'9'43'0,"-2"1"0,-2 0 0,0 75 0,-5-112 0,-3-79 0,1 30 0,1 1 0,8-57 0,-7 94 0,1 1 0,0 0 0,0-1 0,1 1 0,-1 0 0,1 0 0,0 0 0,0 0 0,0 0 0,0 1 0,0-1 0,0 0 0,1 1 0,-1 0 0,1-1 0,0 1 0,0 0 0,0 1 0,0-1 0,0 0 0,0 1 0,5-2 0,10-3 0,1 0 0,0 2 0,21-3 0,18-6 0,-11-7-1365,-30 11-5461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 0 24575,'-7'2'0,"1"0"0,0 1 0,-1-1 0,1 1 0,1 0 0,-1 0 0,0 1 0,1 0 0,0 0 0,0 0 0,0 1 0,0 0 0,-6 7 0,-2 1 0,11-10 0,-14 11 0,1 1 0,0 0 0,1 2 0,-20 30 0,32-43 0,-1 0 0,1 0 0,0 0 0,0 0 0,1 1 0,0-1 0,-1 0 0,1 1 0,1-1 0,-1 1 0,0-1 0,1 1 0,0-1 0,0 1 0,1-1 0,-1 1 0,1-1 0,0 1 0,0-1 0,1 1 0,-1-1 0,1 0 0,0 0 0,0 0 0,0 0 0,1 0 0,-1 0 0,5 5 0,-2-3 0,1-1 0,-1 1 0,1-1 0,1 0 0,-1 0 0,0-1 0,1 0 0,0 0 0,0 0 0,0-1 0,1 0 0,-1 0 0,1-1 0,-1 0 0,1-1 0,15 2 0,-16-3 0,-1 0 0,0 0 0,1-1 0,-1 0 0,0 0 0,0-1 0,0 0 0,0 0 0,0 0 0,0-1 0,0 0 0,-1 0 0,1 0 0,-1-1 0,0 1 0,0-1 0,0-1 0,-1 1 0,1-1 0,-1 0 0,5-6 0,-1-2 0,0 1 0,-1-1 0,0-1 0,-1 1 0,-1-1 0,0 0 0,-1-1 0,0 1 0,-1-1 0,-1 1 0,0-1 0,-1 0 0,-1 0 0,-1-19 0,0 32-45,1-1-1,0 1 1,-1-1-1,0 1 1,1-1-1,-1 1 1,0-1-1,-1 1 1,1 0-1,0-1 1,-1 1-1,1 0 1,-1 0-1,1 0 1,-1 0-1,0 0 1,0 1-1,0-1 1,0 1-1,0-1 1,0 1-1,-1-1 1,1 1-1,0 0 0,-1 0 1,1 0-1,-1 1 1,1-1-1,-5 0 1,-13-2-6781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6.3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0 24575,'-30'3'0,"1"1"0,0 1 0,1 1 0,-1 1 0,-47 20 0,36-13 0,7-3 0,16-6 0,0 0 0,1 1 0,-1 1 0,1 1 0,-19 12 0,31-17 0,1 0 0,-1 0 0,1 0 0,-1 1 0,1-1 0,0 1 0,0 0 0,0 0 0,1 0 0,0 0 0,-1 0 0,1 1 0,1-1 0,-1 1 0,1-1 0,0 1 0,0 0 0,0-1 0,0 1 0,1 0 0,0 0 0,0 0 0,0-1 0,2 8 0,-1-5 0,0 1 0,1 0 0,1 0 0,-1-1 0,1 1 0,0-1 0,1 0 0,0 0 0,0 0 0,1-1 0,9 12 0,-4-7 0,2 0 0,0 0 0,0-1 0,1-1 0,14 9 0,-17-14 12,-1 0 0,0 0 0,1-1 0,0 0 0,-1-1 0,1 0 0,0-1 0,1 0 0,17 0 0,-10-1-309,0-2 0,0 1 0,0-2 0,28-8 0,-27 5-6529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7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4 237 24575,'353'-16'0,"-320"14"0,-24 2 0,-1 0 0,1 0 0,-1-1 0,0 0 0,0-1 0,1 0 0,-1 0 0,0-1 0,14-6 0,-22 8 0,1 1 0,0-1 0,-1 0 0,1 0 0,0 0 0,-1 0 0,0 0 0,1 1 0,-1-1 0,1 0 0,-1 0 0,0 0 0,0 0 0,1 0 0,-1 0 0,0 0 0,0 0 0,0 0 0,0 0 0,0 0 0,0 0 0,-1 0 0,1 0 0,0 0 0,0 0 0,-1 0 0,1 0 0,-1 0 0,1 0 0,-1 0 0,1 0 0,-1 0 0,1 1 0,-1-1 0,0 0 0,1 0 0,-1 1 0,0-1 0,0 0 0,0 1 0,0-1 0,-1 0 0,-39-30 0,37 29 0,-55-41 0,45 31 0,0 1 0,-1 0 0,0 1 0,-1 1 0,0 1 0,-1 0 0,-18-6 0,31 13 0,0 1 0,0 0 0,0-1 0,0 2 0,0-1 0,0 0 0,0 1 0,0-1 0,0 1 0,0 0 0,1 1 0,-1-1 0,0 1 0,0-1 0,1 1 0,-1 0 0,1 1 0,0-1 0,0 0 0,-1 1 0,2 0 0,-1 0 0,-3 4 0,-8 9 0,1 1 0,1 1 0,-13 23 0,11-17 0,5-11 0,1 1 0,0 0 0,1 1 0,1-1 0,0 1 0,1 1 0,1-1 0,0 1 0,1 0 0,0 0 0,2 0 0,-1 23 0,3-37 0,-1 1 0,1 0 0,-1-1 0,1 1 0,0-1 0,0 1 0,0-1 0,1 1 0,-1-1 0,0 0 0,1 0 0,0 1 0,-1-1 0,1 0 0,0-1 0,0 1 0,0 0 0,0 0 0,0-1 0,1 1 0,-1-1 0,0 0 0,1 0 0,-1 0 0,1 0 0,-1 0 0,1 0 0,0-1 0,-1 1 0,5 0 0,10 0 0,0 0 0,0 0 0,32-5 0,-20 2 0,31 2-45,-39 1-219,0-1 0,-1-1 0,1-1 0,39-8 0,-43 4-6562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19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74 24575,'-10'-1'0,"0"-1"0,0 0 0,0-1 0,1 0 0,-1 0 0,1-1 0,0-1 0,-16-9 0,-27-11 0,46 22 0,1 1 0,-1 1 0,0-1 0,1 1 0,-1 0 0,0 0 0,0 1 0,0 0 0,0 0 0,0 0 0,1 0 0,-1 1 0,-8 2 0,11-1 0,0-1 0,-1 1 0,2 0 0,-1 0 0,0 0 0,0 0 0,0 0 0,1 1 0,-1-1 0,1 1 0,0-1 0,0 1 0,0 0 0,0 0 0,0 0 0,1 0 0,0 1 0,-1-1 0,1 0 0,0 0 0,0 1 0,1-1 0,-2 7 0,1 1 0,-1 0 0,2 0 0,-1 0 0,1 0 0,1 0 0,0 0 0,1 0 0,3 14 0,-3-20 0,-1-1 0,1 0 0,-1 0 0,1 0 0,1 0 0,-1 0 0,0 0 0,1 0 0,0-1 0,0 1 0,0-1 0,0 0 0,1 0 0,-1 0 0,1-1 0,0 1 0,0-1 0,0 1 0,0-1 0,0-1 0,0 1 0,6 1 0,-4-1 0,8 1 0,-1 1 0,1 0 0,0 1 0,23 13 0,-35-16 0,1-1 0,-1 0 0,0 1 0,0-1 0,0 1 0,0 0 0,0 0 0,0 0 0,-1 0 0,1 0 0,-1 0 0,1 0 0,-1 0 0,0 1 0,0-1 0,0 0 0,0 1 0,0-1 0,0 1 0,-1-1 0,1 1 0,-1 0 0,0-1 0,0 1 0,0-1 0,0 1 0,0 0 0,0-1 0,-1 1 0,0-1 0,1 1 0,-1-1 0,0 1 0,-1 2 0,0-2 0,0 1 0,-1-1 0,1 0 0,-1 0 0,0 0 0,0 0 0,0 0 0,0-1 0,0 1 0,0-1 0,-1 0 0,-7 3 0,-52 22 0,42-20 0,8-3 27,0 0-1,0-1 0,0-1 1,-22 2-1,-28 5-1523,46-4-5329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21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394 125 24575,'-5'-1'0,"0"0"0,0-1 0,0 0 0,1 0 0,-1-1 0,1 1 0,0-1 0,0 0 0,0 0 0,0 0 0,0-1 0,-4-4 0,-7-6 0,-7-4 0,13 9 0,0 2 0,0-1 0,-1 2 0,0-1 0,-12-5 0,20 11 0,-1 0 0,1 0 0,-1 0 0,1 0 0,-1 1 0,0-1 0,1 1 0,-1 0 0,0 0 0,1 0 0,-1 0 0,1 0 0,-1 1 0,0-1 0,1 1 0,-1-1 0,1 1 0,-1 0 0,1 0 0,-1 0 0,1 0 0,0 1 0,-1-1 0,1 1 0,0-1 0,0 1 0,-3 4 0,-2 1 0,1 1 0,0 0 0,1 0 0,0 1 0,0 0 0,1 0 0,0 0 0,1 0 0,-3 12 0,4-14 0,0 1 0,0-1 0,1 1 0,0 0 0,1 0 0,-1 0 0,1-1 0,1 1 0,0 0 0,0 0 0,0-1 0,4 10 0,-3-14 0,0 0 0,0 0 0,1 0 0,-1-1 0,1 1 0,-1 0 0,1-1 0,0 0 0,0 0 0,0 0 0,1 0 0,-1 0 0,0-1 0,1 1 0,-1-1 0,1 0 0,-1 0 0,1 0 0,-1 0 0,1-1 0,0 0 0,5 1 0,-4-1 0,0 0 0,0 1 0,0 0 0,0 0 0,0 1 0,0-1 0,0 1 0,0 0 0,-1 1 0,1-1 0,-1 1 0,0-1 0,6 6 0,-5-1 0,0 1 0,0 0 0,-1 0 0,0 0 0,0 0 0,-1 1 0,0 0 0,-1 0 0,1-1 0,-2 1 0,2 17 0,-2-14 0,0-1 0,-1 0 0,0 1 0,-1-1 0,-1 0 0,0 1 0,0-1 0,-1 0 0,-5 13 0,7-22 0,-1 1 0,1-1 0,-1 1 0,0-1 0,1 0 0,-1 0 0,0 0 0,-1 0 0,1 0 0,0 0 0,0 0 0,-1-1 0,1 1 0,-1-1 0,0 0 0,1 0 0,-1 0 0,-3 1 0,-60 7 0,56-9 0,0 1 0,0 0 0,-1 1 0,-12 3 0,-58 23-1365,58-22-5461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2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133 233 24575,'53'0'0,"46"1"0,188-23 0,-284 22 0,0 0 0,0-1 0,0 1 0,0-1 0,0 0 0,0 0 0,0 0 0,0-1 0,0 1 0,0-1 0,-1 1 0,1-1 0,0 0 0,-1 0 0,0 0 0,1 0 0,-1 0 0,0-1 0,0 1 0,0-1 0,2-4 0,-3 4 0,0-1 0,-1 1 0,1-1 0,-1 1 0,0-1 0,0 0 0,0 1 0,0-1 0,0 0 0,-1 1 0,0-1 0,0 1 0,0-1 0,0 1 0,0-1 0,-1 1 0,1 0 0,-4-4 0,1-2 0,-1 0 0,0 0 0,-1 1 0,0-1 0,0 2 0,0-1 0,-1 1 0,-12-10 0,15 14 0,-1 0 0,1 1 0,-1 0 0,1 0 0,-1 0 0,0 1 0,0-1 0,0 1 0,0 0 0,0 1 0,0-1 0,0 1 0,0 0 0,0 0 0,0 0 0,0 1 0,0 0 0,0 0 0,-5 2 0,-33 11 0,1 2 0,0 1 0,1 3 0,1 1 0,1 2 0,-56 43 0,84-57 0,0 0 0,1 1 0,0 0 0,0 0 0,1 1 0,1 1 0,0-1 0,0 1 0,-8 19 0,14-26 0,0-1 0,0 1 0,1 0 0,-1 0 0,1-1 0,0 1 0,1 0 0,-1 0 0,1 0 0,0 0 0,0 0 0,1 0 0,-1 0 0,1 0 0,0 0 0,0 0 0,1 0 0,0-1 0,-1 1 0,2 0 0,-1-1 0,0 0 0,1 1 0,0-1 0,0 0 0,0-1 0,0 1 0,1 0 0,7 5 0,-4-5 0,0 0 0,1-1 0,0 1 0,0-1 0,0-1 0,0 0 0,0 0 0,0 0 0,0-1 0,14 0 0,16 4 0,29 8-80,-26-4-348,1-1-1,75 3 1,-94-12-6398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1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7 24575,'-1'10'0,"-1"0"0,-1-1 0,1 1 0,-1-1 0,-1 0 0,0 0 0,-8 14 0,-5 12 0,-13 40 0,-20 82 0,50-157 0,1 0 0,-1 0 0,0 0 0,0 0 0,0 0 0,0-1 0,0 1 0,0 0 0,0 0 0,1 0 0,-1 0 0,0 0 0,0 0 0,0 0 0,0 0 0,0 0 0,0 0 0,1 0 0,-1 0 0,0 0 0,0 0 0,0 0 0,0 0 0,0 0 0,0 0 0,0 0 0,1 0 0,-1 0 0,0 0 0,0 1 0,0-1 0,0 0 0,0 0 0,0 0 0,0 0 0,0 0 0,1 0 0,-1 0 0,0 0 0,0 1 0,17-26 0,29-47 0,-35 55 0,109-153 0,-83 121 0,-36 47 0,0 0 0,1 0 0,-1 0 0,0 0 0,1 0 0,-1 0 0,1 1 0,0-1 0,-1 1 0,1-1 0,0 1 0,0 0 0,0 0 0,0-1 0,0 1 0,0 1 0,1-1 0,-1 0 0,0 0 0,0 1 0,1 0 0,-1-1 0,0 1 0,3 0 0,-3 1 0,0 0 0,0 0 0,0 1 0,0-1 0,0 1 0,-1-1 0,1 1 0,-1 0 0,1-1 0,-1 1 0,0 0 0,1 0 0,-1 0 0,0 0 0,0 0 0,0 0 0,-1 1 0,1-1 0,0 0 0,-1 0 0,0 0 0,1 1 0,-1-1 0,0 0 0,0 3 0,3 45 3,-5 69-1,0-51-1372,2-40-5456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3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14 24575,'-8'0'0,"1"0"0,-1 0 0,1 0 0,-1 1 0,1 1 0,-1-1 0,1 1 0,-13 5 0,16-4 0,0-1 0,0 1 0,1 0 0,-1 0 0,1 0 0,0 1 0,0-1 0,0 1 0,0 0 0,0 0 0,1 0 0,0 0 0,0 0 0,0 0 0,-2 7 0,-28 58 0,24-57 0,1 1 0,1 0 0,0 0 0,1 1 0,1 0 0,0 0 0,1 0 0,-3 24 0,6-36 0,0 0 0,0 1 0,0-1 0,1 0 0,-1 0 0,1 0 0,-1 1 0,1-1 0,0 0 0,0 0 0,0 0 0,0 0 0,0 0 0,0 0 0,0-1 0,1 1 0,-1 0 0,1-1 0,-1 1 0,4 2 0,-2-2 0,1 0 0,0 0 0,-1 0 0,1-1 0,0 1 0,0-1 0,0 0 0,1 0 0,-1 0 0,6 0 0,-3 0 0,0-1 0,0 0 0,0 0 0,0-1 0,0 0 0,0 0 0,0-1 0,-1 0 0,1 0 0,0 0 0,-1-1 0,0 0 0,9-5 0,-10 4 0,0 0 0,0-1 0,0 1 0,0-1 0,-1 0 0,0-1 0,0 1 0,0-1 0,-1 1 0,0-1 0,0 0 0,0-1 0,-1 1 0,0 0 0,0-1 0,-1 1 0,0-1 0,1-10 0,-2 6 0,-1 0 0,0 0 0,-1 0 0,0 0 0,-1 1 0,0-1 0,-1 1 0,0 0 0,-1 0 0,-8-15 0,-26-49-1365,27 56-5461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3.9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1 24575,'5'0'0,"1"0"0,0 0 0,-1 1 0,1-1 0,-1 1 0,1 1 0,-1-1 0,1 1 0,-1 0 0,0 0 0,0 1 0,0-1 0,0 1 0,0 0 0,0 1 0,-1-1 0,0 1 0,7 7 0,-4-2 0,-1 0 0,0 1 0,-1-1 0,0 1 0,0 1 0,-1-1 0,-1 1 0,4 17 0,5 24 0,-3 0 0,3 81 0,-10 108 0,-3-157 0,1-79 0,1 1 0,-1-1 0,-1 0 0,1 1 0,-1-1 0,0 0 0,0 0 0,0 1 0,-1-1 0,0 0 0,0 0 0,0 0 0,-1-1 0,0 1 0,1-1 0,-2 1 0,1-1 0,0 0 0,-1 0 0,0 0 0,0-1 0,0 1 0,0-1 0,0 0 0,-10 5 0,-25 16 0,-1-1 0,0-3 0,-2-1 0,0-2 0,-76 19 0,111-35 7,0 0 0,0-1-1,0 0 1,-1 0 0,1 0-1,0-1 1,0 0-1,0-1 1,0 0 0,0 0-1,0 0 1,0-1 0,0 0-1,1 0 1,0-1 0,0 1-1,-10-9 1,7 5-131,1 0 0,1 0 1,0-1-1,0 0 0,0-1 0,1 1 1,0-1-1,1 0 0,0-1 0,0 1 1,-4-16-1,2 1-6702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5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1 24575,'0'5'0,"0"5"0,0 6 0,0 5 0,0 4 0,0 1 0,-5 5 0,-1 3 0,1-1 0,-5-5 0,1-4 0,1-1 0,2 1 0,-2-5 0,0-1 0,-3-3 0,-4-4 0,0-5-8191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6.1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7.0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24575,'0'5'0,"0"5"0,0 6 0,0 10 0,0 9 0,0 3 0,0 4 0,0-1 0,0 6 0,0 0 0,0-3 0,0-1 0,-5-3 0,-1-8-8191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7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24575,'0'-1'0,"1"-1"0,-1 0 0,1 0 0,0 1 0,0-1 0,-1 0 0,1 1 0,1-1 0,-1 1 0,0-1 0,0 1 0,0-1 0,1 1 0,-1 0 0,1 0 0,-1 0 0,1 0 0,-1 0 0,1 0 0,0 0 0,0 0 0,2 0 0,42-14 0,-36 13 0,0 0 0,0 1 0,1 0 0,-1 1 0,0 0 0,0 1 0,0 0 0,12 2 0,-19-2 0,0 0 0,1 0 0,-1 0 0,0 1 0,0-1 0,0 1 0,0 0 0,0 0 0,0 0 0,-1 0 0,1 0 0,-1 1 0,1-1 0,-1 1 0,0-1 0,0 1 0,0 0 0,0 0 0,0 0 0,-1 0 0,0 0 0,1 0 0,-1 0 0,0 1 0,0-1 0,-1 0 0,1 6 0,2 41 52,-6 87 0,-1-30-1521,4-84-5357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3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0 348 24575,'19'-1'0,"-1"-1"0,1 0 0,-1-2 0,1 0 0,-1-1 0,-1-1 0,1-1 0,-1 0 0,0-1 0,-1-1 0,0-1 0,0 0 0,-1-1 0,0-1 0,-1 0 0,13-14 0,-21 18 0,-1 1 0,0-1 0,0-1 0,-1 1 0,0-1 0,-1 1 0,1-1 0,-2 0 0,1 0 0,-1-1 0,-1 1 0,1-13 0,-1 19 0,-1-1 0,-1 1 0,1 0 0,0-1 0,-1 1 0,1-1 0,-1 1 0,0 0 0,0-1 0,-1 1 0,1 0 0,-1 0 0,1 0 0,-1 0 0,0 0 0,0 1 0,0-1 0,-1 0 0,1 1 0,0 0 0,-1-1 0,0 1 0,0 0 0,1 0 0,-1 0 0,0 1 0,-1-1 0,1 1 0,0 0 0,0 0 0,0 0 0,-1 0 0,1 0 0,-1 1 0,-6-1 0,4 0 0,0 1 0,1 0 0,-1 0 0,0 0 0,0 0 0,0 1 0,0 0 0,0 0 0,1 1 0,-1-1 0,1 1 0,-1 1 0,-8 4 0,8-3 0,0 1 0,1 0 0,-1 0 0,1 1 0,0 0 0,0 0 0,1 0 0,0 0 0,0 0 0,-4 11 0,-5 16 0,1 0 0,2 1 0,-12 66 0,20-89 0,1-8 0,0 0 0,0 1 0,1-1 0,-1 1 0,1-1 0,0 1 0,0-1 0,0 1 0,0-1 0,1 1 0,0-1 0,-1 1 0,1-1 0,0 1 0,1-1 0,-1 0 0,1 0 0,-1 1 0,1-1 0,0 0 0,4 5 0,-2-5 0,1 0 0,-1-1 0,0 1 0,1-1 0,0 0 0,-1 0 0,1 0 0,0-1 0,0 0 0,0 0 0,0 0 0,0 0 0,0-1 0,9 0 0,148-4-1365,-139 4-5461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4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136 265 24575,'106'1'0,"109"-3"0,-207 1 0,-1 0 0,1-1 0,-1 0 0,0 0 0,0-1 0,0 1 0,0-2 0,0 1 0,-1-1 0,1 0 0,-1 0 0,0-1 0,-1 0 0,1 0 0,-1 0 0,0 0 0,0-1 0,0 0 0,-1 0 0,0-1 0,0 1 0,-1-1 0,1 0 0,-1 0 0,-1 0 0,4-12 0,-6 14 0,-1 1 0,1 0 0,-1 0 0,1 0 0,-1 0 0,0 0 0,-1 0 0,1 1 0,-1-1 0,0 0 0,1 0 0,-2 1 0,1 0 0,0-1 0,-1 1 0,1 0 0,-1 0 0,0 0 0,0 0 0,0 1 0,-5-4 0,0 0 0,-1 0 0,1 0 0,-1 1 0,0 0 0,0 1 0,0 0 0,-17-5 0,15 8 0,1 0 0,0 0 0,-1 1 0,1 1 0,0 0 0,-1 0 0,1 0 0,0 2 0,0-1 0,0 1 0,0 1 0,-11 5 0,-8 5 0,1 2 0,-43 31 0,33-20 0,-36 35 0,63-52 0,0 1 0,1 1 0,0 0 0,0 0 0,1 1 0,1 0 0,-8 17 0,14-26 0,1-1 0,0 1 0,0 0 0,0 0 0,0-1 0,1 1 0,0 0 0,0 0 0,0 0 0,0 0 0,0 0 0,1 0 0,-1-1 0,1 1 0,0 0 0,1 0 0,-1-1 0,1 1 0,-1-1 0,1 1 0,0-1 0,0 0 0,0 0 0,1 0 0,-1 0 0,5 4 0,7 6 0,1-1 0,0 0 0,1-1 0,20 11 0,-16-9 0,29 19 0,-33-19 0,1-2 0,0 0 0,1-1 0,0 0 0,1-2 0,-1 0 0,2-1 0,28 6 0,259 42 0,-269-49-1365,-11-5-5461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41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 24575,'2'15'0,"0"1"0,1-1 0,1 0 0,0 0 0,2-1 0,-1 1 0,9 14 0,1 5 0,93 208 0,-102-228 0,-11-15 0,-12-24 0,5 2 0,1-1 0,1-1 0,1 0 0,2-1 0,0 1 0,2-1 0,0-1 0,2 1 0,1 0 0,1-1 0,5-42 0,-4 65 0,1 0 0,0 1 0,0-1 0,1 0 0,-1 0 0,1 1 0,0-1 0,0 1 0,0-1 0,0 1 0,1 0 0,-1 0 0,1 0 0,0 0 0,0 0 0,0 0 0,0 1 0,0 0 0,1-1 0,-1 1 0,1 1 0,-1-1 0,1 0 0,0 1 0,0 0 0,0 0 0,0 0 0,0 0 0,6 0 0,15-2 0,0 1 0,1 1 0,41 5 0,-31-2 0,35-1-1365,-43 0-5461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5:43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659 112 24575,'0'-4'0,"-1"0"0,1 0 0,-1 0 0,1 0 0,-1 1 0,0-1 0,0 0 0,-1 0 0,1 1 0,-1-1 0,0 1 0,0-1 0,0 1 0,0 0 0,-1 0 0,1 0 0,-5-4 0,2 3 0,-1-1 0,1 1 0,-1 1 0,0-1 0,0 1 0,-1 0 0,1 0 0,-1 1 0,-9-2 0,5 1 0,0 1 0,0 0 0,0 1 0,0 0 0,0 1 0,0 0 0,-1 1 0,1 0 0,0 1 0,0 0 0,0 1 0,-10 4 0,12-2 0,0-1 0,1 1 0,0 1 0,1-1 0,-1 2 0,1-1 0,0 1 0,0 0 0,1 0 0,0 1 0,0-1 0,1 1 0,-5 11 0,8-16 0,0 0 0,1 1 0,0-1 0,0 1 0,0-1 0,0 1 0,0-1 0,1 1 0,-1 0 0,1-1 0,0 1 0,0 0 0,1-1 0,-1 1 0,1 0 0,0-1 0,0 1 0,0-1 0,0 1 0,0-1 0,1 0 0,0 1 0,-1-1 0,1 0 0,1 0 0,-1 0 0,0 0 0,1-1 0,-1 1 0,1-1 0,0 1 0,0-1 0,0 0 0,0 0 0,0 0 0,6 2 0,39 21 0,-21-13 0,-1 3 0,37 24 0,-57-34 0,0-1 0,0 2 0,-1-1 0,1 0 0,-1 1 0,0 0 0,-1 0 0,1 1 0,-1-1 0,-1 1 0,1 0 0,-1 0 0,0 0 0,3 12 0,-2 2 0,-1 1 0,0 39 0,-2-53 0,-1 0 0,-1 0 0,0 0 0,0 0 0,-1 0 0,1 0 0,-2-1 0,1 1 0,-1-1 0,-7 14 0,6-17 0,1 0 0,-1 0 0,0-1 0,0 0 0,0 0 0,0 0 0,-1 0 0,1-1 0,-1 0 0,1 0 0,-1 0 0,0 0 0,0-1 0,0 0 0,0 0 0,-10 1 0,-9 0 0,-1-1 0,-29-3 0,33 1 0,0 1 0,0-1 0,1-1 0,-1 0 0,1-2 0,-1-1 0,1 0 0,0-1 0,1-1 0,-1-1 0,2-1 0,-34-21 0,-7-8-1365,34 24-5461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6:08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54 24575,'-5'0'0,"-5"-4"0,-7-2 0,1-4 0,-2-1 0,-2 2 0,-3 3 0,-1 1 0,3 3-8191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642 727 24575,'-60'2'0,"31"-1"0,-1-1 0,-46-5 0,70 4 0,0-1 0,1 0 0,-1 0 0,1 0 0,0-1 0,0 1 0,0-1 0,0-1 0,0 1 0,0-1 0,1 1 0,0-1 0,0-1 0,0 1 0,-5-8 0,-5-8 0,2 0 0,-16-33 0,16 27 0,-16-26 0,-1 0 0,-3 3 0,-41-51 0,58 82 0,1 0 0,1-2 0,-16-27 0,26 41 0,0 0 0,1 0 0,-1 0 0,1 0 0,1 0 0,-1-1 0,1 1 0,0 0 0,0-1 0,1 1 0,-1-1 0,2 1 0,-1-1 0,1 1 0,0-1 0,0 1 0,3-7 0,-3 10 0,1 0 0,0 0 0,0 0 0,0 0 0,0 1 0,0-1 0,1 1 0,-1-1 0,1 1 0,0 0 0,-1 0 0,1 0 0,0 0 0,0 1 0,1-1 0,-1 1 0,0 0 0,4-1 0,10-3 0,-1 1 0,25-2 0,-25 4 0,28-5 0,0 2 0,85 3 0,-123 2 0,0 1 0,0 1 0,-1-1 0,1 1 0,0 0 0,-1 0 0,1 0 0,-1 1 0,1 0 0,-1 0 0,0 1 0,-1-1 0,1 1 0,0 0 0,-1 0 0,0 1 0,0-1 0,0 1 0,-1 0 0,6 10 0,2 7 0,0 1 0,-2 0 0,12 42 0,-14-41 0,2 8 0,-1 1 0,-2 0 0,-1 0 0,-2 1 0,-1-1 0,-2 1 0,-1-1 0,-1 1 0,-2-1 0,-2 0 0,-1 0 0,-20 59 0,9-46 0,-48 141 0,58-154 0,1-6 0,-13 34 0,17-52 0,-1-1 0,-1 1 0,1-1 0,-2 0 0,1 0 0,-1-1 0,-12 14 0,-18 12 0,7-7 0,1 1 0,-43 56 0,33-30 105,-134 175-1575,151-204-5356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1 293 24575,'2'0'0,"0"1"0,0-1 0,0 0 0,0 1 0,0 0 0,0-1 0,0 1 0,0 0 0,0 0 0,0 0 0,-1 0 0,1 1 0,0-1 0,1 2 0,23 24 0,-16-15 0,39 38 0,-22-23 0,37 47 0,-56-64 0,-1 1 0,0-1 0,-1 2 0,-1-1 0,1 1 0,-2-1 0,0 1 0,5 22 0,-6-15 0,0 0 0,2-1 0,0 1 0,1-1 0,1 0 0,1-1 0,0 0 0,21 31 0,-7-17 0,-11-18 0,0 2 0,-2 0 0,14 27 0,63 183 0,-67-183 0,22 54 0,0 25 0,-41-120 0,1 1 0,-1-1 0,0 0 0,1 0 0,-1 0 0,1 0 0,-1 1 0,1-1 0,0 0 0,-1 0 0,1 0 0,0 0 0,0-1 0,0 1 0,0 0 0,0 0 0,0 0 0,0-1 0,0 1 0,1 0 0,-1-1 0,-1 0 0,1 0 0,0 0 0,0-1 0,-1 1 0,1 0 0,0-1 0,-1 1 0,1 0 0,-1-1 0,1 1 0,0-1 0,-1 1 0,1-1 0,-1 1 0,1-1 0,-1 0 0,0 1 0,1-1 0,-1 1 0,0-1 0,1 0 0,-1 1 0,1-2 0,2-7 0,1-1 0,-1 1 0,-1-1 0,2-10 0,5-53 0,-2-128 0,-8 124 0,15-113 0,-5 146 0,1 0 0,1 1 0,22-50 0,-20 53 0,13-69 0,-5 18 0,-4 31 0,-5 22 0,-2 0 0,-1 0 0,-3 0 0,3-48 0,-9 54-1365,0 4-5461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29 335 24575,'0'-23'0,"-1"4"0,2 1 0,4-34 0,-4 46 0,1-1 0,0 1 0,0 0 0,0 0 0,1 0 0,0 0 0,0 0 0,1 0 0,-1 1 0,1-1 0,8-7 0,4-3 0,1 0 0,0 1 0,2 1 0,-1 0 0,22-11 0,-26 18 0,0 1 0,0 0 0,1 1 0,-1 1 0,1 0 0,0 0 0,0 2 0,25-2 0,-31 3 0,1 1 0,0 0 0,-1 0 0,1 1 0,-1 1 0,1-1 0,-1 1 0,0 1 0,0 0 0,0 0 0,0 1 0,0 0 0,-1 0 0,1 1 0,-1 0 0,0 1 0,8 7 0,-8-5 0,0 1 0,0 0 0,-1 0 0,0 0 0,-1 1 0,0 0 0,0 1 0,-1-1 0,-1 1 0,0 0 0,0 0 0,-1 1 0,2 14 0,2 18 0,-3 0 0,0 50 0,-4-78 0,1 14 0,0-6 0,-1 0 0,-4 35 0,3-52 0,0-1 0,0 0 0,-1 0 0,1 0 0,-2 0 0,1 0 0,-1-1 0,1 1 0,-2-1 0,1 0 0,0 1 0,-1-1 0,0-1 0,-8 8 0,-44 30 0,34-27 0,-27 25 0,30-23 0,-67 59 0,72-65 0,-1 0 0,0-1 0,-1-1 0,-21 9 0,37-18 0,-1 0 0,1 0 0,-1 0 0,1 0 0,0 0 0,-1 0 0,1 0 0,-1 0 0,1 0 0,0 1 0,-1-1 0,1 0 0,0 0 0,-1 0 0,1 0 0,0 1 0,-1-1 0,1 0 0,0 0 0,0 1 0,-1-1 0,1 0 0,0 1 0,0-1 0,-1 0 0,1 1 0,0-1 0,0 0 0,0 1 0,0-1 0,-1 0 0,1 1 0,0-1 0,0 1 0,15 3 0,36-4 0,-44-1 0,17-1 0,0-1 0,41-10 0,-46 8 0,1 0 0,0 2 0,-1 0 0,38 1 0,-54 2 0,0 0 0,0 1 0,0-1 0,0 1 0,-1 0 0,1 0 0,0 0 0,0 1 0,-1-1 0,1 0 0,0 1 0,-1 0 0,0 0 0,1 0 0,-1 0 0,0 0 0,0 0 0,0 0 0,0 1 0,-1-1 0,1 1 0,0-1 0,-1 1 0,0 0 0,0-1 0,0 1 0,0 0 0,0 0 0,0 3 0,2 10 0,0 1 0,-2-1 0,0 0 0,-2 20 0,1-16 0,0 7 0,1 3 0,-2 1 0,-1 0 0,-9 47 0,9-69 0,0-1 0,0 0 0,-1 0 0,0 0 0,-1-1 0,0 1 0,0-1 0,-1 0 0,1 0 0,-2 0 0,1 0 0,-1-1 0,0 0 0,0 0 0,0-1 0,-1 0 0,0 0 0,-8 4 0,0-1 0,-1-1 0,0-1 0,-1 0 0,1-1 0,-30 4 0,-86 2 0,65-8 0,43 0 171,-36 9 0,37-7-1025,-36 5 1,32-9-5973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24575,'1'15'0,"0"-1"0,1 0 0,1 0 0,0 0 0,0 0 0,2 0 0,0-1 0,12 24 0,6 4 0,38 51 0,-17-27 0,-10-15 0,-2-2 0,-2 1 0,29 66 0,-23-33 0,35 87 0,0 3 0,-31-79 0,-31-70 0,-6-12 0,1-1 0,0 0 0,0 0 0,1-1 0,1 1 0,-1-1 0,15 16 0,-20-25 0,0 0 0,0 1 0,1-1 0,-1 0 0,0 0 0,1 1 0,-1-1 0,0 0 0,0 0 0,1 0 0,-1 0 0,0 1 0,1-1 0,-1 0 0,0 0 0,1 0 0,-1 0 0,0 0 0,1 0 0,-1 0 0,1 0 0,-1 0 0,0 0 0,1 0 0,-1 0 0,0 0 0,1 0 0,-1-1 0,0 1 0,1 0 0,-1 0 0,0 0 0,1 0 0,-1-1 0,0 1 0,0 0 0,1 0 0,-1 0 0,0-1 0,0 1 0,1 0 0,-1-1 0,0 1 0,0 0 0,0 0 0,1-1 0,-1 1 0,0 0 0,0-1 0,6-20 0,-6 20 0,6-54 0,-2 0 0,-4-84 0,-2 68 0,0-782-1365,2 819-5461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1 169 24575,'1'-7'0,"1"1"0,-1-1 0,1 1 0,1 0 0,-1 0 0,1 0 0,0 0 0,7-9 0,-5 7 0,1 0 0,0 0 0,0 1 0,1 0 0,0 1 0,0-1 0,1 1 0,0 1 0,0-1 0,0 1 0,0 1 0,1 0 0,0 0 0,0 0 0,0 1 0,0 1 0,0-1 0,17-1 0,-5 2 0,0 1 0,1 1 0,-1 1 0,0 1 0,0 1 0,0 1 0,28 8 0,-44-11 0,0 1 0,0 0 0,0 0 0,-1 1 0,1-1 0,-1 1 0,1 0 0,-1 0 0,0 0 0,0 1 0,-1-1 0,7 8 0,-6-4 0,1 0 0,-1 0 0,0 1 0,0-1 0,-1 1 0,0 0 0,2 9 0,0 11 0,0 0 0,-2 1 0,-1 43 0,-2-65 0,0-4 0,1 11 0,-1 0 0,-1 0 0,-1 0 0,-2 14 0,3-24 0,0 0 0,-1 0 0,1 0 0,-1 0 0,0 0 0,0 0 0,-1-1 0,1 1 0,-1-1 0,1 1 0,-1-1 0,0 0 0,-1 0 0,1 0 0,0 0 0,-1-1 0,-4 3 0,-51 24 0,44-23 0,1 0 0,0 1 0,0 1 0,1 0 0,0 1 0,0 0 0,-16 17 0,28-26 0,1 1 0,-1-1 0,0 1 0,1-1 0,-1 1 0,1 0 0,-1-1 0,1 1 0,-1 0 0,1 0 0,0-1 0,-1 1 0,1 0 0,0 0 0,-1 0 0,1-1 0,0 1 0,0 0 0,0 0 0,0 0 0,0 0 0,0 0 0,0-1 0,0 1 0,0 0 0,0 0 0,0 0 0,1 0 0,-1-1 0,0 1 0,0 0 0,1 0 0,-1 0 0,1-1 0,-1 1 0,1 0 0,-1-1 0,1 1 0,-1 0 0,1-1 0,0 1 0,-1-1 0,1 1 0,0-1 0,-1 1 0,1-1 0,0 1 0,0-1 0,0 0 0,-1 1 0,1-1 0,0 0 0,0 0 0,0 0 0,1 0 0,7 3 0,-1-1 0,1-1 0,17 1 0,-26-2 0,82 2 0,-49-2 0,-1 1 0,0 1 0,58 13 0,-84-14 0,0 1 0,-1 0 0,1 1 0,-1 0 0,0-1 0,0 2 0,0-1 0,0 1 0,-1-1 0,1 1 0,-1 0 0,0 1 0,0-1 0,0 1 0,-1 0 0,0 0 0,0 0 0,0 0 0,0 0 0,-1 1 0,0-1 0,0 1 0,0 0 0,0 9 0,3 12 0,-2 0 0,-1 1 0,-2-1 0,-2 29 0,1-24 0,1 10 0,1-22 0,-1-1 0,-4 31 0,3-44 0,0-1 0,-1 0 0,1 0 0,-1 0 0,0 0 0,0 0 0,0 0 0,-1 0 0,0-1 0,0 1 0,0-1 0,0 0 0,-1 0 0,-4 4 0,-1-1 0,-1 0 0,0-1 0,0 0 0,0 0 0,-1-1 0,0-1 0,0 0 0,0 0 0,-1-1 0,1-1 0,-21 2 0,-11-1 0,-82-5 0,57 0 0,-117 1-1365,149 1-5461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599 1 24575,'-119'107'0,"73"-68"0,-73 79 0,45-34 0,30-36 0,2 2 0,-40 64 0,74-100 0,1 0 0,0 1 0,1 0 0,-6 25 0,-9 64 0,16-66 0,1 1 0,2 0 0,5 74 0,-2-107 0,0 0 0,0 1 0,1-1 0,-1 0 0,1 0 0,1 0 0,-1 0 0,1 0 0,0 0 0,0-1 0,1 1 0,0-1 0,6 7 0,0-2 0,1-1 0,1 0 0,-1-1 0,25 14 0,11 9 0,-40-25 0,1 0 0,0 0 0,1-1 0,-1 0 0,1 0 0,0-1 0,0-1 0,0 1 0,15 2 0,3-2 0,0-1 0,0-2 0,0 0 0,0-2 0,35-5 0,-56 4 0,0 0 0,0 0 0,0 0 0,0 0 0,-1-1 0,1 0 0,-1 0 0,1-1 0,-1 1 0,0-1 0,-1 0 0,1-1 0,-1 1 0,1-1 0,-1 0 0,-1 0 0,1 0 0,-1-1 0,4-7 0,4-11 0,-1-1 0,-1 0 0,7-37 0,-2 9 0,-6 30 0,-1 0 0,-2-1 0,0 0 0,1-30 0,-6 47 0,0 0 0,0 0 0,-1 1 0,0-1 0,0 0 0,0 1 0,-1-1 0,0 0 0,-1 1 0,1 0 0,-1 0 0,0 0 0,-1 0 0,0 0 0,0 0 0,0 1 0,0 0 0,-1 0 0,-10-9 0,1 4 0,0 1 0,-1 0 0,0 1 0,0 1 0,-1 0 0,0 1 0,0 1 0,0 1 0,-1 0 0,1 1 0,-19-2 0,24 6-124,0-1 0,0 1 0,-1 1 0,1 0 0,1 1 0,-1 0-1,0 1 1,1 0 0,-1 0 0,-15 10 0,2-2-6702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17 268 24575,'3'0'0,"-1"1"0,1-1 0,-1 1 0,1 0 0,-1 0 0,1 0 0,-1 0 0,1 0 0,-1 1 0,0-1 0,0 1 0,0 0 0,0-1 0,0 1 0,0 0 0,2 4 0,27 36 0,-29-38 0,12 20 0,0 1 0,18 52 0,10 60 0,14 34 0,-44-142 0,1 0 0,2-1 0,0 0 0,29 37 0,-23-37 0,-1 1 0,-2 1 0,0 0 0,19 50 0,-27-57 0,-10-23 0,0 0 0,0 0 0,0 0 0,0 0 0,0 0 0,0-1 0,0 1 0,0 0 0,0 0 0,0 0 0,0 0 0,0-1 0,0 1 0,0 0 0,0 0 0,0 0 0,1 0 0,-1 0 0,0-1 0,0 1 0,0 0 0,0 0 0,0 0 0,0 0 0,0 0 0,0 0 0,1 0 0,-1 0 0,0-1 0,0 1 0,0 0 0,0 0 0,0 0 0,0 0 0,1 0 0,-1 0 0,0 0 0,0 0 0,0 0 0,0 0 0,1 0 0,-1 0 0,0 0 0,0 0 0,0 0 0,0 0 0,0 0 0,1 0 0,-1 0 0,0 0 0,0 0 0,0 0 0,0 0 0,0 0 0,1 0 0,-1 1 0,0-1 0,0 0 0,0 0 0,0 0 0,0 0 0,0 0 0,1 0 0,3-28 0,-2-1 0,-1-1 0,-3-45 0,0 18 0,-1-773-708,3 745 51,0 56-6169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22 24575,'1'72'0,"-2"86"0,-1-129 0,-1 0 0,-2-1 0,-11 40 0,-37 113 0,51-176 0,1-1 0,0 1 0,0 0 0,0 0 0,0 0 0,1-1 0,0 1 0,0 0 0,0 0 0,3 9 0,-3-11 0,1-1 0,0 0 0,1 0 0,-1 0 0,0 0 0,0 0 0,1 0 0,0-1 0,-1 1 0,1 0 0,0-1 0,0 1 0,-1-1 0,1 0 0,0 1 0,1-1 0,-1 0 0,0 0 0,0 0 0,0-1 0,1 1 0,-1 0 0,0-1 0,0 0 0,4 1 0,37 3 0,-1-2 0,70-5 0,-36 0 0,26-1-455,0-4 0,130-27 0,-186 25-6371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5 24575,'0'11'0,"0"9"0,0 13 0,0 12 0,0 9 0,0 7 0,0 4 0,-5 3 0,-3 0 0,-5 0 0,0 0 0,-3-6 0,0-8 0,3-2 0,4-4 0,4-11-8191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30T08:49:41.0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980 735 24575,'-3'0'0,"0"1"0,1-1 0,-1 1 0,0 0 0,1 0 0,-1 1 0,0-1 0,-3 3 0,-12 5 0,-17 2 0,0-1 0,0-2 0,-1-1 0,-57 2 0,-150-6 0,173-4 0,38 1 0,12 1 0,1-2 0,-23-2 0,37 2 0,0 0 0,-1 0 0,1 0 0,0-1 0,0 0 0,0 0 0,1 0 0,-1-1 0,0 1 0,1-1 0,-1 0 0,-5-6 0,-2-5 0,0-1 0,1 0 0,1 0 0,0-1 0,1 0 0,0-1 0,2 0 0,-7-23 0,-34-145 0,48 185 0,-13-63 0,2 0 0,-4-81 0,15 138 0,0 0 0,0 0 0,1 1 0,-1-1 0,1 0 0,1 1 0,-1-1 0,1 0 0,0 1 0,0 0 0,0-1 0,1 1 0,0 0 0,5-7 0,-4 8 0,0 0 0,1 0 0,0 0 0,-1 1 0,1-1 0,0 1 0,1 0 0,-1 1 0,1-1 0,-1 1 0,1 0 0,0 0 0,9-1 0,5-1 0,0 1 0,-1 1 0,1 1 0,0 1 0,0 1 0,0 0 0,0 1 0,0 2 0,-1 0 0,0 1 0,1 0 0,-2 2 0,1 0 0,-1 1 0,0 1 0,-1 1 0,0 1 0,20 15 0,11 16 0,86 97 0,-103-104 0,-21-23 0,0 0 0,-1 1 0,-1 0 0,0 1 0,7 17 0,25 77 0,-23-58 0,2 4 0,63 187 0,-74-212 0,0-3 0,-1 0 0,6 44 0,-12-60 0,-1-1 0,0 0 0,0 0 0,-1 0 0,0 0 0,-1 0 0,0 0 0,0 0 0,-1 0 0,0-1 0,-8 15 0,-18 26 0,-59 73 0,-16 25 0,97-134 0,0 0 0,-2-1 0,1 0 0,-1 0 0,-1-1 0,0 0 0,0 0 0,-13 8 0,-83 67 54,69-55-1473,17-14-5407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4E559-73E7-4548-8D0A-70CE84A17021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F282-36BF-4401-BBA7-45F560D6A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5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rich observational data, our natural tendency to infer causality from association becomes especially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F282-36BF-4401-BBA7-45F560D6A5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56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lang="en-US" baseline="30000" dirty="0"/>
              <a:t>st</a:t>
            </a:r>
            <a:r>
              <a:rPr lang="en-US" dirty="0"/>
              <a:t> stage: Estimate propensity score for each patent. 2</a:t>
            </a:r>
            <a:r>
              <a:rPr lang="en-US" baseline="30000" dirty="0"/>
              <a:t>nd</a:t>
            </a:r>
            <a:r>
              <a:rPr lang="en-US" dirty="0"/>
              <a:t>: Compare outcomes (e.g., invention disruption) between patents with and without public sector support, but </a:t>
            </a:r>
            <a:r>
              <a:rPr lang="en-US" b="1" dirty="0"/>
              <a:t>only among those with similar propensity scores</a:t>
            </a:r>
            <a:r>
              <a:rPr lang="en-US" dirty="0"/>
              <a:t>—thus mimicking a randomized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F282-36BF-4401-BBA7-45F560D6A5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258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Retrospective. Use existing observational data to </a:t>
            </a:r>
            <a:r>
              <a:rPr lang="en-US" i="1" dirty="0"/>
              <a:t>screen</a:t>
            </a:r>
            <a:r>
              <a:rPr lang="en-US" dirty="0"/>
              <a:t> variables</a:t>
            </a:r>
            <a:br>
              <a:rPr lang="en-US" dirty="0"/>
            </a:br>
            <a:r>
              <a:rPr lang="en-US" dirty="0"/>
              <a:t>In parametric models as in multiple linear regression (MLR) with imposed assumptions on the error term, hypothesis testing can be performed on the model coefficients using a pre-defined significance level.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F282-36BF-4401-BBA7-45F560D6A5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7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21D9A-2C02-4DD2-C31C-384091263E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519C-D4FB-7DFF-5537-DE9CFA2802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1039-8D04-986D-E8E5-02779560C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189E6-CBC7-4862-85C0-806CCA2EC865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D57A2-FCCD-713A-8ECE-6BC89F798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4DBC9-6898-B72C-8EB7-22DFBCBD5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20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E96E-9210-ECD0-E947-C00894C7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90901-A3B9-3277-3824-0F3988AB8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41C1-53DE-C6E2-463E-AACD4B14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99459-CDC1-4926-AE36-5B7784F6322F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F99C3-F0DB-D163-E7F9-FEF328BD4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BB5B1-CF86-4622-A0AF-272452B6B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896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C855-FBA1-8391-E804-9D715510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4B87A-7141-6F71-C98D-FC4DE9CF8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6464D-98B7-25E1-15A2-6CF9947C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C1BA4-4FCB-4671-A524-E0D6BE72EACE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1E830-0FCE-F862-844D-C19E82E0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1E44A-5193-4D8A-33BD-023FC321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6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0125-1745-C7DD-EA61-43E801FD2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42111-A4BD-D5DE-E116-4F7C7BA74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6F657-9631-DC9E-2515-5553AF614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53700-3E55-3DE7-59D5-126EFB98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63AFC-80E6-45C5-A69A-2D132022E76B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8309E-8314-94FB-493F-3DC5C2289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D27F0-6AD5-DF01-FB24-882982AFA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1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955A-7246-44C7-DCC4-07576C885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6498E-E61A-14D1-2E15-B2E3B802F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BE3A3-011F-1C50-E424-C2022133B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A17EAC-080D-6BA3-FB81-51F674AF86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FC3CCB-AD4A-A67D-72D2-9493D7585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E4BB6E-723B-7DFF-CF84-698A2AD7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D0755-5BDF-45A7-9D40-113531C56B50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B884CF-8BA0-3136-15A7-36C77036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22C5BB-F7C0-3BA8-CC9F-E3B9E8139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97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5D7BD-0569-E90F-96E2-AE2FC327F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67A616-9026-2A64-C1A3-475A74EC0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1831C-89F7-487F-A571-11528C5CFFC3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E8220-F848-E949-E4AF-D1A84EF42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2EB8EC-7ADA-D506-EAA9-D9F26D8FF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2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57B36-9629-B467-5D45-728FD894E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C9873-0CFF-4A9C-A04F-B90A7FEE3E80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08FA03-EAE8-118E-FCA4-FDC7ACE4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2D082-5010-374E-CB44-6DC70905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56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BB57-1EFF-9BF2-9B35-714C7378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2640-D292-4C04-4AEF-74A7C9E63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EF97E-E702-5D45-C407-DE11D5BB3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D1AF6-5435-AF5D-C6AB-8923CE81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1BF6B-BA7A-44B9-A4C1-2B1D6D3C7237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D83D1-2EBC-1460-1D1C-90D118187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7899D3-1517-CA94-AEA7-53D8FB26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5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E6604-19D4-D1D7-EA58-34C6E33E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1EC5C-B1ED-CBC9-D2AF-ED5B99DD11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E3246-B595-DBC3-5295-FAD6EAAC3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8AB6D-7757-D838-F07F-65EFF672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FF1A2-6050-4D11-9E3C-8196496CA762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07F84-BA37-1EEA-9916-E5121C0B8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28395-3BB7-A613-0C7C-C2642C84A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49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4B8D7-BF18-308F-628B-EF2D14A22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BE46D-460A-0F84-3B5F-FA8D3D405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19085-CE6B-F318-0993-03ED1A87C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5EAB7-C928-4811-BEC0-72E173C239C1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1C62A-7E02-928F-380C-7C6232A9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25500-8469-D99C-847D-92627B949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6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41788-054D-8BAA-4973-0B7F1E490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4563-9180-C77E-CD82-A2499711F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EACE5-DA52-EC49-3021-8A8D8B98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0F120-D636-421D-8CEA-A2EF53C3E07A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871DC-3E58-B222-56F6-62F2EA98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40A74-2B77-83FE-1DC6-3EFE8A29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84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9D0AF-D54F-6A55-08E5-9C1FFC156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CCE0F-ADCF-2ABF-0884-D778B74546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C3261-BCD4-B102-FCA1-2F2082897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96B049-E985-4D8D-A628-893E9117E3CB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D50BA-EC8D-2847-3185-F5EADA9FE4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E296E-C4C6-8731-7213-5EFD62CEB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4D104-F78B-4403-AC63-EC2799B499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48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customXml" Target="../ink/ink3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.png"/><Relationship Id="rId21" Type="http://schemas.openxmlformats.org/officeDocument/2006/relationships/customXml" Target="../ink/ink16.xml"/><Relationship Id="rId42" Type="http://schemas.openxmlformats.org/officeDocument/2006/relationships/image" Target="../media/image38.png"/><Relationship Id="rId47" Type="http://schemas.openxmlformats.org/officeDocument/2006/relationships/customXml" Target="../ink/ink29.xml"/><Relationship Id="rId63" Type="http://schemas.openxmlformats.org/officeDocument/2006/relationships/customXml" Target="../ink/ink37.xml"/><Relationship Id="rId68" Type="http://schemas.openxmlformats.org/officeDocument/2006/relationships/image" Target="../media/image51.png"/><Relationship Id="rId2" Type="http://schemas.openxmlformats.org/officeDocument/2006/relationships/image" Target="../media/image18.png"/><Relationship Id="rId16" Type="http://schemas.openxmlformats.org/officeDocument/2006/relationships/image" Target="../media/image25.png"/><Relationship Id="rId29" Type="http://schemas.openxmlformats.org/officeDocument/2006/relationships/customXml" Target="../ink/ink20.xml"/><Relationship Id="rId11" Type="http://schemas.openxmlformats.org/officeDocument/2006/relationships/customXml" Target="../ink/ink11.xml"/><Relationship Id="rId24" Type="http://schemas.openxmlformats.org/officeDocument/2006/relationships/image" Target="../media/image29.png"/><Relationship Id="rId32" Type="http://schemas.openxmlformats.org/officeDocument/2006/relationships/image" Target="../media/image33.png"/><Relationship Id="rId37" Type="http://schemas.openxmlformats.org/officeDocument/2006/relationships/customXml" Target="../ink/ink24.xml"/><Relationship Id="rId40" Type="http://schemas.openxmlformats.org/officeDocument/2006/relationships/image" Target="../media/image37.png"/><Relationship Id="rId45" Type="http://schemas.openxmlformats.org/officeDocument/2006/relationships/customXml" Target="../ink/ink28.xml"/><Relationship Id="rId53" Type="http://schemas.openxmlformats.org/officeDocument/2006/relationships/customXml" Target="../ink/ink32.xml"/><Relationship Id="rId58" Type="http://schemas.openxmlformats.org/officeDocument/2006/relationships/image" Target="../media/image46.png"/><Relationship Id="rId66" Type="http://schemas.openxmlformats.org/officeDocument/2006/relationships/image" Target="../media/image50.png"/><Relationship Id="rId74" Type="http://schemas.openxmlformats.org/officeDocument/2006/relationships/image" Target="../media/image54.png"/><Relationship Id="rId5" Type="http://schemas.openxmlformats.org/officeDocument/2006/relationships/customXml" Target="../ink/ink8.xml"/><Relationship Id="rId61" Type="http://schemas.openxmlformats.org/officeDocument/2006/relationships/customXml" Target="../ink/ink36.xml"/><Relationship Id="rId19" Type="http://schemas.openxmlformats.org/officeDocument/2006/relationships/customXml" Target="../ink/ink15.xml"/><Relationship Id="rId14" Type="http://schemas.openxmlformats.org/officeDocument/2006/relationships/image" Target="../media/image24.png"/><Relationship Id="rId22" Type="http://schemas.openxmlformats.org/officeDocument/2006/relationships/image" Target="../media/image28.png"/><Relationship Id="rId27" Type="http://schemas.openxmlformats.org/officeDocument/2006/relationships/customXml" Target="../ink/ink19.xml"/><Relationship Id="rId30" Type="http://schemas.openxmlformats.org/officeDocument/2006/relationships/image" Target="../media/image32.png"/><Relationship Id="rId35" Type="http://schemas.openxmlformats.org/officeDocument/2006/relationships/customXml" Target="../ink/ink23.xml"/><Relationship Id="rId43" Type="http://schemas.openxmlformats.org/officeDocument/2006/relationships/customXml" Target="../ink/ink27.xml"/><Relationship Id="rId48" Type="http://schemas.openxmlformats.org/officeDocument/2006/relationships/image" Target="../media/image41.png"/><Relationship Id="rId56" Type="http://schemas.openxmlformats.org/officeDocument/2006/relationships/image" Target="../media/image45.png"/><Relationship Id="rId64" Type="http://schemas.openxmlformats.org/officeDocument/2006/relationships/image" Target="../media/image49.png"/><Relationship Id="rId69" Type="http://schemas.openxmlformats.org/officeDocument/2006/relationships/customXml" Target="../ink/ink40.xml"/><Relationship Id="rId8" Type="http://schemas.openxmlformats.org/officeDocument/2006/relationships/image" Target="../media/image21.png"/><Relationship Id="rId51" Type="http://schemas.openxmlformats.org/officeDocument/2006/relationships/customXml" Target="../ink/ink31.xml"/><Relationship Id="rId72" Type="http://schemas.openxmlformats.org/officeDocument/2006/relationships/image" Target="../media/image53.png"/><Relationship Id="rId3" Type="http://schemas.openxmlformats.org/officeDocument/2006/relationships/customXml" Target="../ink/ink7.xml"/><Relationship Id="rId12" Type="http://schemas.openxmlformats.org/officeDocument/2006/relationships/image" Target="../media/image23.png"/><Relationship Id="rId17" Type="http://schemas.openxmlformats.org/officeDocument/2006/relationships/customXml" Target="../ink/ink14.xml"/><Relationship Id="rId25" Type="http://schemas.openxmlformats.org/officeDocument/2006/relationships/customXml" Target="../ink/ink18.xml"/><Relationship Id="rId33" Type="http://schemas.openxmlformats.org/officeDocument/2006/relationships/customXml" Target="../ink/ink22.xml"/><Relationship Id="rId38" Type="http://schemas.openxmlformats.org/officeDocument/2006/relationships/image" Target="../media/image36.png"/><Relationship Id="rId46" Type="http://schemas.openxmlformats.org/officeDocument/2006/relationships/image" Target="../media/image40.png"/><Relationship Id="rId59" Type="http://schemas.openxmlformats.org/officeDocument/2006/relationships/customXml" Target="../ink/ink35.xml"/><Relationship Id="rId67" Type="http://schemas.openxmlformats.org/officeDocument/2006/relationships/customXml" Target="../ink/ink39.xml"/><Relationship Id="rId20" Type="http://schemas.openxmlformats.org/officeDocument/2006/relationships/image" Target="../media/image27.png"/><Relationship Id="rId41" Type="http://schemas.openxmlformats.org/officeDocument/2006/relationships/customXml" Target="../ink/ink26.xml"/><Relationship Id="rId54" Type="http://schemas.openxmlformats.org/officeDocument/2006/relationships/image" Target="../media/image44.png"/><Relationship Id="rId62" Type="http://schemas.openxmlformats.org/officeDocument/2006/relationships/image" Target="../media/image48.png"/><Relationship Id="rId7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5" Type="http://schemas.openxmlformats.org/officeDocument/2006/relationships/customXml" Target="../ink/ink13.xml"/><Relationship Id="rId23" Type="http://schemas.openxmlformats.org/officeDocument/2006/relationships/customXml" Target="../ink/ink17.xml"/><Relationship Id="rId28" Type="http://schemas.openxmlformats.org/officeDocument/2006/relationships/image" Target="../media/image31.png"/><Relationship Id="rId36" Type="http://schemas.openxmlformats.org/officeDocument/2006/relationships/image" Target="../media/image35.png"/><Relationship Id="rId49" Type="http://schemas.openxmlformats.org/officeDocument/2006/relationships/customXml" Target="../ink/ink30.xml"/><Relationship Id="rId57" Type="http://schemas.openxmlformats.org/officeDocument/2006/relationships/customXml" Target="../ink/ink34.xml"/><Relationship Id="rId10" Type="http://schemas.openxmlformats.org/officeDocument/2006/relationships/image" Target="../media/image22.png"/><Relationship Id="rId31" Type="http://schemas.openxmlformats.org/officeDocument/2006/relationships/customXml" Target="../ink/ink21.xml"/><Relationship Id="rId44" Type="http://schemas.openxmlformats.org/officeDocument/2006/relationships/image" Target="../media/image39.png"/><Relationship Id="rId52" Type="http://schemas.openxmlformats.org/officeDocument/2006/relationships/image" Target="../media/image43.png"/><Relationship Id="rId60" Type="http://schemas.openxmlformats.org/officeDocument/2006/relationships/image" Target="../media/image47.png"/><Relationship Id="rId65" Type="http://schemas.openxmlformats.org/officeDocument/2006/relationships/customXml" Target="../ink/ink38.xml"/><Relationship Id="rId73" Type="http://schemas.openxmlformats.org/officeDocument/2006/relationships/customXml" Target="../ink/ink42.xml"/><Relationship Id="rId4" Type="http://schemas.openxmlformats.org/officeDocument/2006/relationships/image" Target="../media/image19.png"/><Relationship Id="rId9" Type="http://schemas.openxmlformats.org/officeDocument/2006/relationships/customXml" Target="../ink/ink10.xml"/><Relationship Id="rId13" Type="http://schemas.openxmlformats.org/officeDocument/2006/relationships/customXml" Target="../ink/ink12.xml"/><Relationship Id="rId18" Type="http://schemas.openxmlformats.org/officeDocument/2006/relationships/image" Target="../media/image26.png"/><Relationship Id="rId39" Type="http://schemas.openxmlformats.org/officeDocument/2006/relationships/customXml" Target="../ink/ink25.xml"/><Relationship Id="rId34" Type="http://schemas.openxmlformats.org/officeDocument/2006/relationships/image" Target="../media/image34.png"/><Relationship Id="rId50" Type="http://schemas.openxmlformats.org/officeDocument/2006/relationships/image" Target="../media/image42.png"/><Relationship Id="rId55" Type="http://schemas.openxmlformats.org/officeDocument/2006/relationships/customXml" Target="../ink/ink33.xml"/><Relationship Id="rId7" Type="http://schemas.openxmlformats.org/officeDocument/2006/relationships/customXml" Target="../ink/ink9.xml"/><Relationship Id="rId71" Type="http://schemas.openxmlformats.org/officeDocument/2006/relationships/customXml" Target="../ink/ink41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8.xml"/><Relationship Id="rId18" Type="http://schemas.openxmlformats.org/officeDocument/2006/relationships/image" Target="../media/image63.png"/><Relationship Id="rId26" Type="http://schemas.openxmlformats.org/officeDocument/2006/relationships/image" Target="../media/image67.png"/><Relationship Id="rId39" Type="http://schemas.openxmlformats.org/officeDocument/2006/relationships/customXml" Target="../ink/ink61.xml"/><Relationship Id="rId21" Type="http://schemas.openxmlformats.org/officeDocument/2006/relationships/customXml" Target="../ink/ink52.xml"/><Relationship Id="rId34" Type="http://schemas.openxmlformats.org/officeDocument/2006/relationships/image" Target="../media/image71.png"/><Relationship Id="rId42" Type="http://schemas.openxmlformats.org/officeDocument/2006/relationships/image" Target="../media/image75.png"/><Relationship Id="rId47" Type="http://schemas.openxmlformats.org/officeDocument/2006/relationships/customXml" Target="../ink/ink65.xml"/><Relationship Id="rId50" Type="http://schemas.openxmlformats.org/officeDocument/2006/relationships/image" Target="../media/image79.png"/><Relationship Id="rId7" Type="http://schemas.openxmlformats.org/officeDocument/2006/relationships/customXml" Target="../ink/ink45.xml"/><Relationship Id="rId2" Type="http://schemas.openxmlformats.org/officeDocument/2006/relationships/image" Target="../media/image55.png"/><Relationship Id="rId16" Type="http://schemas.openxmlformats.org/officeDocument/2006/relationships/image" Target="../media/image62.png"/><Relationship Id="rId29" Type="http://schemas.openxmlformats.org/officeDocument/2006/relationships/customXml" Target="../ink/ink56.xml"/><Relationship Id="rId11" Type="http://schemas.openxmlformats.org/officeDocument/2006/relationships/customXml" Target="../ink/ink47.xml"/><Relationship Id="rId24" Type="http://schemas.openxmlformats.org/officeDocument/2006/relationships/image" Target="../media/image66.png"/><Relationship Id="rId32" Type="http://schemas.openxmlformats.org/officeDocument/2006/relationships/image" Target="../media/image70.png"/><Relationship Id="rId37" Type="http://schemas.openxmlformats.org/officeDocument/2006/relationships/customXml" Target="../ink/ink60.xml"/><Relationship Id="rId40" Type="http://schemas.openxmlformats.org/officeDocument/2006/relationships/image" Target="../media/image74.png"/><Relationship Id="rId45" Type="http://schemas.openxmlformats.org/officeDocument/2006/relationships/customXml" Target="../ink/ink64.xml"/><Relationship Id="rId5" Type="http://schemas.openxmlformats.org/officeDocument/2006/relationships/customXml" Target="../ink/ink44.xml"/><Relationship Id="rId15" Type="http://schemas.openxmlformats.org/officeDocument/2006/relationships/customXml" Target="../ink/ink49.xml"/><Relationship Id="rId23" Type="http://schemas.openxmlformats.org/officeDocument/2006/relationships/customXml" Target="../ink/ink53.xml"/><Relationship Id="rId28" Type="http://schemas.openxmlformats.org/officeDocument/2006/relationships/image" Target="../media/image68.png"/><Relationship Id="rId36" Type="http://schemas.openxmlformats.org/officeDocument/2006/relationships/image" Target="../media/image72.png"/><Relationship Id="rId49" Type="http://schemas.openxmlformats.org/officeDocument/2006/relationships/customXml" Target="../ink/ink66.xml"/><Relationship Id="rId10" Type="http://schemas.openxmlformats.org/officeDocument/2006/relationships/image" Target="../media/image59.png"/><Relationship Id="rId19" Type="http://schemas.openxmlformats.org/officeDocument/2006/relationships/customXml" Target="../ink/ink51.xml"/><Relationship Id="rId31" Type="http://schemas.openxmlformats.org/officeDocument/2006/relationships/customXml" Target="../ink/ink57.xml"/><Relationship Id="rId44" Type="http://schemas.openxmlformats.org/officeDocument/2006/relationships/image" Target="../media/image76.png"/><Relationship Id="rId4" Type="http://schemas.openxmlformats.org/officeDocument/2006/relationships/image" Target="../media/image56.png"/><Relationship Id="rId9" Type="http://schemas.openxmlformats.org/officeDocument/2006/relationships/customXml" Target="../ink/ink46.xml"/><Relationship Id="rId14" Type="http://schemas.openxmlformats.org/officeDocument/2006/relationships/image" Target="../media/image61.png"/><Relationship Id="rId22" Type="http://schemas.openxmlformats.org/officeDocument/2006/relationships/image" Target="../media/image65.png"/><Relationship Id="rId27" Type="http://schemas.openxmlformats.org/officeDocument/2006/relationships/customXml" Target="../ink/ink55.xml"/><Relationship Id="rId30" Type="http://schemas.openxmlformats.org/officeDocument/2006/relationships/image" Target="../media/image69.png"/><Relationship Id="rId35" Type="http://schemas.openxmlformats.org/officeDocument/2006/relationships/customXml" Target="../ink/ink59.xml"/><Relationship Id="rId43" Type="http://schemas.openxmlformats.org/officeDocument/2006/relationships/customXml" Target="../ink/ink63.xml"/><Relationship Id="rId48" Type="http://schemas.openxmlformats.org/officeDocument/2006/relationships/image" Target="../media/image78.png"/><Relationship Id="rId8" Type="http://schemas.openxmlformats.org/officeDocument/2006/relationships/image" Target="../media/image58.png"/><Relationship Id="rId3" Type="http://schemas.openxmlformats.org/officeDocument/2006/relationships/customXml" Target="../ink/ink43.xml"/><Relationship Id="rId12" Type="http://schemas.openxmlformats.org/officeDocument/2006/relationships/image" Target="../media/image60.png"/><Relationship Id="rId17" Type="http://schemas.openxmlformats.org/officeDocument/2006/relationships/customXml" Target="../ink/ink50.xml"/><Relationship Id="rId25" Type="http://schemas.openxmlformats.org/officeDocument/2006/relationships/customXml" Target="../ink/ink54.xml"/><Relationship Id="rId33" Type="http://schemas.openxmlformats.org/officeDocument/2006/relationships/customXml" Target="../ink/ink58.xml"/><Relationship Id="rId38" Type="http://schemas.openxmlformats.org/officeDocument/2006/relationships/image" Target="../media/image73.png"/><Relationship Id="rId46" Type="http://schemas.openxmlformats.org/officeDocument/2006/relationships/image" Target="../media/image77.png"/><Relationship Id="rId20" Type="http://schemas.openxmlformats.org/officeDocument/2006/relationships/image" Target="../media/image64.png"/><Relationship Id="rId41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customXml" Target="../ink/ink72.xml"/><Relationship Id="rId18" Type="http://schemas.openxmlformats.org/officeDocument/2006/relationships/image" Target="../media/image88.png"/><Relationship Id="rId3" Type="http://schemas.openxmlformats.org/officeDocument/2006/relationships/customXml" Target="../ink/ink67.xml"/><Relationship Id="rId21" Type="http://schemas.openxmlformats.org/officeDocument/2006/relationships/customXml" Target="../ink/ink76.xml"/><Relationship Id="rId7" Type="http://schemas.openxmlformats.org/officeDocument/2006/relationships/customXml" Target="../ink/ink69.xml"/><Relationship Id="rId12" Type="http://schemas.openxmlformats.org/officeDocument/2006/relationships/image" Target="../media/image85.png"/><Relationship Id="rId17" Type="http://schemas.openxmlformats.org/officeDocument/2006/relationships/customXml" Target="../ink/ink74.xml"/><Relationship Id="rId2" Type="http://schemas.openxmlformats.org/officeDocument/2006/relationships/image" Target="../media/image80.png"/><Relationship Id="rId16" Type="http://schemas.openxmlformats.org/officeDocument/2006/relationships/image" Target="../media/image87.png"/><Relationship Id="rId20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customXml" Target="../ink/ink71.xml"/><Relationship Id="rId5" Type="http://schemas.openxmlformats.org/officeDocument/2006/relationships/customXml" Target="../ink/ink68.xml"/><Relationship Id="rId15" Type="http://schemas.openxmlformats.org/officeDocument/2006/relationships/customXml" Target="../ink/ink73.xml"/><Relationship Id="rId23" Type="http://schemas.openxmlformats.org/officeDocument/2006/relationships/image" Target="../media/image91.png"/><Relationship Id="rId10" Type="http://schemas.openxmlformats.org/officeDocument/2006/relationships/image" Target="../media/image84.png"/><Relationship Id="rId19" Type="http://schemas.openxmlformats.org/officeDocument/2006/relationships/customXml" Target="../ink/ink75.xml"/><Relationship Id="rId4" Type="http://schemas.openxmlformats.org/officeDocument/2006/relationships/image" Target="../media/image81.png"/><Relationship Id="rId9" Type="http://schemas.openxmlformats.org/officeDocument/2006/relationships/customXml" Target="../ink/ink70.xml"/><Relationship Id="rId14" Type="http://schemas.openxmlformats.org/officeDocument/2006/relationships/image" Target="../media/image86.png"/><Relationship Id="rId22" Type="http://schemas.openxmlformats.org/officeDocument/2006/relationships/image" Target="../media/image9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jpe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anyonego.com/what-exactly-is-3d-printing-and-why-is-it-so-coo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AE18C-2A28-ED1F-E1E6-70626016E1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141712"/>
            <a:ext cx="7923815" cy="1129537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 dirty="0">
                <a:latin typeface="Raleway" pitchFamily="2" charset="0"/>
              </a:rPr>
              <a:t>Correlation to Causality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A8EF5-19B8-2066-104E-5E8655194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08" y="5497592"/>
            <a:ext cx="10637772" cy="683095"/>
          </a:xfrm>
        </p:spPr>
        <p:txBody>
          <a:bodyPr anchor="t">
            <a:normAutofit/>
          </a:bodyPr>
          <a:lstStyle/>
          <a:p>
            <a:pPr algn="l"/>
            <a:r>
              <a:rPr lang="en-US" sz="1500" b="1">
                <a:latin typeface="Raleway" pitchFamily="2" charset="0"/>
              </a:rPr>
              <a:t>Authors</a:t>
            </a:r>
            <a:r>
              <a:rPr lang="en-US" sz="1500">
                <a:latin typeface="Raleway" pitchFamily="2" charset="0"/>
              </a:rPr>
              <a:t>: Marta Rotari, Murat Kulahci</a:t>
            </a:r>
          </a:p>
          <a:p>
            <a:pPr algn="l"/>
            <a:r>
              <a:rPr lang="en-US" sz="1500" b="1">
                <a:latin typeface="Raleway" pitchFamily="2" charset="0"/>
              </a:rPr>
              <a:t>Presenter</a:t>
            </a:r>
            <a:r>
              <a:rPr lang="en-US" sz="1500">
                <a:latin typeface="Raleway" pitchFamily="2" charset="0"/>
              </a:rPr>
              <a:t>: Selim Suleymanoglu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192712F8-36FA-35DF-0CE8-4098D9332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eading Club - TReNDS">
            <a:extLst>
              <a:ext uri="{FF2B5EF4-FFF2-40B4-BE49-F238E27FC236}">
                <a16:creationId xmlns:a16="http://schemas.microsoft.com/office/drawing/2014/main" id="{4F1EB9B2-C76D-11F1-A88A-CF3EF1392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67494" y="2669063"/>
            <a:ext cx="2281139" cy="211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lim SÜLEYMANOĞLU | PhD Candidate | Master of Science | Georgia State  University, Atlanta | GSU | Department of Computer Science | Research  profile">
            <a:extLst>
              <a:ext uri="{FF2B5EF4-FFF2-40B4-BE49-F238E27FC236}">
                <a16:creationId xmlns:a16="http://schemas.microsoft.com/office/drawing/2014/main" id="{A0BB3326-60ED-E212-8948-924C7B17F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79626" y="2669063"/>
            <a:ext cx="2110054" cy="2110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019E37-2EDD-A3E9-E19A-D0A223F93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321" y="4179938"/>
            <a:ext cx="2483494" cy="596039"/>
          </a:xfrm>
          <a:prstGeom prst="rect">
            <a:avLst/>
          </a:prstGeom>
        </p:spPr>
      </p:pic>
      <p:pic>
        <p:nvPicPr>
          <p:cNvPr id="6" name="Graphic 22">
            <a:extLst>
              <a:ext uri="{FF2B5EF4-FFF2-40B4-BE49-F238E27FC236}">
                <a16:creationId xmlns:a16="http://schemas.microsoft.com/office/drawing/2014/main" id="{1903599B-33CC-66EA-5E63-2C6C79C6DA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1553" y="2753164"/>
            <a:ext cx="2480026" cy="2022814"/>
          </a:xfrm>
          <a:prstGeom prst="rect">
            <a:avLst/>
          </a:prstGeom>
        </p:spPr>
      </p:pic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AF9469B9-6468-5B6A-E832-8D4590388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D4562-4018-9319-7F3D-004D35F7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B74D104-F78B-4403-AC63-EC2799B49975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51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80F55F-1409-9D4D-6339-10D768C670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57" y="2253343"/>
            <a:ext cx="12060529" cy="423363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FD81D-6870-BFD6-4FB0-1CD537D9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6DC752E-D265-28C4-F97F-7230304A4069}"/>
                  </a:ext>
                </a:extLst>
              </p14:cNvPr>
              <p14:cNvContentPartPr/>
              <p14:nvPr/>
            </p14:nvContentPartPr>
            <p14:xfrm>
              <a:off x="3385458" y="2502565"/>
              <a:ext cx="2079171" cy="3277749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6DC752E-D265-28C4-F97F-7230304A40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9101" y="2466206"/>
                <a:ext cx="2151524" cy="3350468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4E185D35-EAF5-2E45-8618-E9C0C08AE6E2}"/>
              </a:ext>
            </a:extLst>
          </p:cNvPr>
          <p:cNvSpPr/>
          <p:nvPr/>
        </p:nvSpPr>
        <p:spPr>
          <a:xfrm>
            <a:off x="1779495" y="748239"/>
            <a:ext cx="529109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Our animal instinct</a:t>
            </a:r>
          </a:p>
        </p:txBody>
      </p:sp>
    </p:spTree>
    <p:extLst>
      <p:ext uri="{BB962C8B-B14F-4D97-AF65-F5344CB8AC3E}">
        <p14:creationId xmlns:p14="http://schemas.microsoft.com/office/powerpoint/2010/main" val="95449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800B3-8977-3275-E27B-BB2BD6A4C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2" y="870857"/>
            <a:ext cx="11854543" cy="3487489"/>
          </a:xfr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600" b="1" dirty="0"/>
              <a:t>Correlation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en-US" sz="3600" dirty="0"/>
              <a:t>a statistical measure that describes </a:t>
            </a:r>
            <a:r>
              <a:rPr lang="en-US" sz="3600" b="1" dirty="0">
                <a:solidFill>
                  <a:srgbClr val="FF0000"/>
                </a:solidFill>
              </a:rPr>
              <a:t>how strongly </a:t>
            </a:r>
            <a:r>
              <a:rPr lang="en-US" sz="3600" dirty="0"/>
              <a:t>	two variables </a:t>
            </a:r>
            <a:r>
              <a:rPr lang="en-US" sz="3600" b="1" dirty="0">
                <a:solidFill>
                  <a:srgbClr val="FF0000"/>
                </a:solidFill>
              </a:rPr>
              <a:t>move together</a:t>
            </a:r>
            <a:r>
              <a:rPr lang="en-US" sz="3600" dirty="0"/>
              <a:t>, and </a:t>
            </a:r>
            <a:r>
              <a:rPr lang="en-US" sz="3600" b="1" dirty="0">
                <a:solidFill>
                  <a:srgbClr val="FF0000"/>
                </a:solidFill>
              </a:rPr>
              <a:t>in which direction</a:t>
            </a:r>
            <a:r>
              <a:rPr lang="en-US" sz="3600" dirty="0"/>
              <a:t>.</a:t>
            </a:r>
          </a:p>
          <a:p>
            <a:r>
              <a:rPr lang="en-US" sz="3600" b="1" dirty="0"/>
              <a:t>Causation</a:t>
            </a:r>
            <a:br>
              <a:rPr lang="en-US" sz="3600" b="1" dirty="0"/>
            </a:br>
            <a:r>
              <a:rPr lang="en-US" sz="3600" b="1" dirty="0"/>
              <a:t>	</a:t>
            </a:r>
            <a:r>
              <a:rPr lang="en-US" sz="3600" dirty="0"/>
              <a:t>a relationship where </a:t>
            </a:r>
            <a:r>
              <a:rPr lang="en-US" sz="3600" b="1" dirty="0">
                <a:solidFill>
                  <a:srgbClr val="FF0000"/>
                </a:solidFill>
              </a:rPr>
              <a:t>changing one variable</a:t>
            </a:r>
            <a:r>
              <a:rPr lang="en-US" sz="3600" dirty="0"/>
              <a:t> directly 	produces </a:t>
            </a:r>
            <a:r>
              <a:rPr lang="en-US" sz="3600" b="1" dirty="0">
                <a:solidFill>
                  <a:srgbClr val="FF0000"/>
                </a:solidFill>
              </a:rPr>
              <a:t>a change in another</a:t>
            </a:r>
            <a:r>
              <a:rPr lang="en-US" sz="3600" dirty="0"/>
              <a:t>.</a:t>
            </a:r>
            <a:endParaRPr lang="en-US" sz="36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0AC73-E40F-8807-295B-F6F6ACF8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FD6BAB-549D-D83C-B20D-8E4D15ADB975}"/>
              </a:ext>
            </a:extLst>
          </p:cNvPr>
          <p:cNvSpPr txBox="1"/>
          <p:nvPr/>
        </p:nvSpPr>
        <p:spPr>
          <a:xfrm>
            <a:off x="-108857" y="4635181"/>
            <a:ext cx="1215934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latin typeface="Aptos Slab Light" panose="020F0502020204030204" pitchFamily="34" charset="0"/>
              </a:rPr>
              <a:t>Correlation does not imply causation.</a:t>
            </a:r>
            <a:br>
              <a:rPr lang="en-US" sz="4000" dirty="0">
                <a:latin typeface="Aptos Slab Light" panose="020F0502020204030204" pitchFamily="34" charset="0"/>
              </a:rPr>
            </a:br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C0C0C0"/>
                </a:highlight>
                <a:latin typeface="Bahnschrift SemiCondensed" panose="020B0502040204020203" pitchFamily="34" charset="0"/>
              </a:rPr>
              <a:t>Causation usually</a:t>
            </a:r>
            <a:r>
              <a:rPr lang="en-US" sz="3200" dirty="0">
                <a:highlight>
                  <a:srgbClr val="C0C0C0"/>
                </a:highlight>
                <a:latin typeface="Bahnschrift SemiCondensed" panose="020B0502040204020203" pitchFamily="34" charset="0"/>
              </a:rPr>
              <a:t>  </a:t>
            </a:r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C0C0C0"/>
                </a:highlight>
                <a:latin typeface="Bahnschrift SemiCondensed" panose="020B0502040204020203" pitchFamily="34" charset="0"/>
              </a:rPr>
              <a:t>implies correlation</a:t>
            </a:r>
            <a:r>
              <a:rPr lang="en-US" sz="40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Condensed" panose="020B0502040204020203" pitchFamily="34" charset="0"/>
              </a:rPr>
              <a:t> </a:t>
            </a:r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Bahnschrift SemiCondensed" panose="020B0502040204020203" pitchFamily="34" charset="0"/>
              </a:rPr>
              <a:t>(Brown et al., 2020)</a:t>
            </a:r>
            <a:r>
              <a:rPr lang="en-US" sz="4000" dirty="0">
                <a:latin typeface="Aptos Slab Light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4729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7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604D-B2F0-E795-2DD9-682DA38BF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B0B40C-3A35-78C9-AF29-4F991EC9579F}"/>
              </a:ext>
            </a:extLst>
          </p:cNvPr>
          <p:cNvSpPr/>
          <p:nvPr/>
        </p:nvSpPr>
        <p:spPr>
          <a:xfrm>
            <a:off x="-125186" y="1851645"/>
            <a:ext cx="12442371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HOWEVER</a:t>
            </a:r>
            <a:endParaRPr 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9170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F795-A197-3724-9603-328B8463A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/>
              <a:t>Observational data </a:t>
            </a:r>
            <a:r>
              <a:rPr lang="en-US" dirty="0">
                <a:highlight>
                  <a:srgbClr val="FF0000"/>
                </a:highlight>
              </a:rPr>
              <a:t>breaks</a:t>
            </a:r>
            <a:r>
              <a:rPr lang="en-US" dirty="0"/>
              <a:t> this simple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3CE3D-027A-1037-837D-5CC3258E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5BB76-2829-6035-660A-8CE7ED4F322D}"/>
              </a:ext>
            </a:extLst>
          </p:cNvPr>
          <p:cNvSpPr txBox="1"/>
          <p:nvPr/>
        </p:nvSpPr>
        <p:spPr>
          <a:xfrm>
            <a:off x="312964" y="1462088"/>
            <a:ext cx="1156607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/>
              <a:t>Hidden </a:t>
            </a:r>
            <a:r>
              <a:rPr lang="en-US" sz="2800" b="1" u="sng" dirty="0">
                <a:highlight>
                  <a:srgbClr val="FFFF00"/>
                </a:highlight>
              </a:rPr>
              <a:t>confounders</a:t>
            </a:r>
            <a:r>
              <a:rPr lang="en-US" sz="2800" dirty="0"/>
              <a:t> create correlations without causation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True </a:t>
            </a:r>
            <a:r>
              <a:rPr lang="en-US" sz="2800" u="sng" dirty="0"/>
              <a:t>causal effects can be </a:t>
            </a:r>
            <a:r>
              <a:rPr lang="en-US" sz="2800" b="1" u="sng" dirty="0">
                <a:highlight>
                  <a:srgbClr val="00FFFF"/>
                </a:highlight>
              </a:rPr>
              <a:t>masked</a:t>
            </a:r>
            <a:r>
              <a:rPr lang="en-US" sz="2800" dirty="0"/>
              <a:t> (noise, cancellation, nonlinearities)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u="sng" dirty="0">
                <a:highlight>
                  <a:srgbClr val="FF00FF"/>
                </a:highlight>
              </a:rPr>
              <a:t>Feedback</a:t>
            </a:r>
            <a:r>
              <a:rPr lang="en-US" sz="2800" u="sng" dirty="0"/>
              <a:t> loops</a:t>
            </a:r>
            <a:r>
              <a:rPr lang="en-US" sz="2800" dirty="0"/>
              <a:t> blur direction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7344D6-2771-BB38-1BFD-9CF78F883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393" y="2847083"/>
            <a:ext cx="5129892" cy="397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36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107C-4FAE-A34A-7FD7-D484D7BAA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4040"/>
            <a:ext cx="10515600" cy="1325563"/>
          </a:xfr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Proposed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4247B-29EC-063C-890E-AD8C841F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16085"/>
            <a:ext cx="10515600" cy="266087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Compromise: </a:t>
            </a:r>
            <a:r>
              <a:rPr lang="en-US" b="1" dirty="0"/>
              <a:t>Combine observational data and experiments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do we have now?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else can we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D2500-8C26-EFEE-D3E9-4274670B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A0A28-3C6C-4907-EC93-DB98126D4A1F}"/>
              </a:ext>
            </a:extLst>
          </p:cNvPr>
          <p:cNvSpPr txBox="1"/>
          <p:nvPr/>
        </p:nvSpPr>
        <p:spPr>
          <a:xfrm>
            <a:off x="838200" y="681038"/>
            <a:ext cx="106026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u="sng" dirty="0"/>
              <a:t>Real processes</a:t>
            </a:r>
            <a:r>
              <a:rPr lang="en-US" sz="2800" dirty="0"/>
              <a:t> are </a:t>
            </a:r>
            <a:r>
              <a:rPr lang="en-US" sz="2800" b="1" dirty="0"/>
              <a:t>highly complex, high-dimensional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Pure </a:t>
            </a:r>
            <a:r>
              <a:rPr lang="en-US" sz="2800" u="sng" dirty="0"/>
              <a:t>causal modeling</a:t>
            </a:r>
            <a:r>
              <a:rPr lang="en-US" sz="2800" dirty="0"/>
              <a:t> is often </a:t>
            </a:r>
            <a:r>
              <a:rPr lang="en-US" sz="2800" b="1" dirty="0">
                <a:highlight>
                  <a:srgbClr val="FFFF00"/>
                </a:highlight>
              </a:rPr>
              <a:t>infeasible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Pure </a:t>
            </a:r>
            <a:r>
              <a:rPr lang="en-US" sz="2800" u="sng" dirty="0"/>
              <a:t>randomized experiments</a:t>
            </a:r>
            <a:r>
              <a:rPr lang="en-US" sz="2800" dirty="0"/>
              <a:t> are also </a:t>
            </a:r>
            <a:r>
              <a:rPr lang="en-US" sz="2800" b="1" dirty="0">
                <a:highlight>
                  <a:srgbClr val="FFFF00"/>
                </a:highlight>
              </a:rPr>
              <a:t>infeasible</a:t>
            </a:r>
            <a:r>
              <a:rPr lang="en-US" sz="2800" dirty="0"/>
              <a:t> due to too many variables</a:t>
            </a:r>
          </a:p>
        </p:txBody>
      </p:sp>
    </p:spTree>
    <p:extLst>
      <p:ext uri="{BB962C8B-B14F-4D97-AF65-F5344CB8AC3E}">
        <p14:creationId xmlns:p14="http://schemas.microsoft.com/office/powerpoint/2010/main" val="2678851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9131D-3745-EBAF-C44D-4B8182CA284E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Step 1. What do we have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332DE-D0B1-52E9-4902-0D22EB228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2097384"/>
            <a:ext cx="12310752" cy="2912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b="1" dirty="0">
                <a:highlight>
                  <a:srgbClr val="FFFF00"/>
                </a:highlight>
              </a:rPr>
              <a:t>GOAL</a:t>
            </a:r>
            <a:r>
              <a:rPr lang="en-US" sz="4000" dirty="0"/>
              <a:t>: Reduce many inputs to a </a:t>
            </a:r>
            <a:r>
              <a:rPr lang="en-US" sz="4000" b="1" dirty="0">
                <a:highlight>
                  <a:srgbClr val="FFFF00"/>
                </a:highlight>
              </a:rPr>
              <a:t>small candidate set</a:t>
            </a:r>
            <a:r>
              <a:rPr lang="en-US" sz="4000" dirty="0"/>
              <a:t>.</a:t>
            </a:r>
          </a:p>
          <a:p>
            <a:pPr marL="0" indent="0">
              <a:buNone/>
            </a:pPr>
            <a:r>
              <a:rPr lang="en-US" sz="4000" b="1" dirty="0">
                <a:highlight>
                  <a:srgbClr val="FFFF00"/>
                </a:highlight>
              </a:rPr>
              <a:t>HOW</a:t>
            </a:r>
            <a:r>
              <a:rPr lang="en-US" sz="40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dirty="0"/>
              <a:t>Use </a:t>
            </a:r>
            <a:r>
              <a:rPr lang="en-US" sz="4000" dirty="0">
                <a:highlight>
                  <a:srgbClr val="E18A7E"/>
                </a:highlight>
              </a:rPr>
              <a:t>existing observational data</a:t>
            </a:r>
            <a:r>
              <a:rPr lang="en-US" sz="4000" dirty="0"/>
              <a:t> + </a:t>
            </a:r>
            <a:r>
              <a:rPr lang="en-US" sz="4000" dirty="0">
                <a:highlight>
                  <a:srgbClr val="E18A7E"/>
                </a:highlight>
              </a:rPr>
              <a:t>predictive models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15313-258D-FE4A-FE2E-ADA9B661D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CF104-78E9-A56B-839A-FA3CB3AE7936}"/>
              </a:ext>
            </a:extLst>
          </p:cNvPr>
          <p:cNvSpPr txBox="1"/>
          <p:nvPr/>
        </p:nvSpPr>
        <p:spPr>
          <a:xfrm>
            <a:off x="961900" y="4162521"/>
            <a:ext cx="11067804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4000" dirty="0"/>
              <a:t>+ </a:t>
            </a:r>
            <a:r>
              <a:rPr lang="en-US" sz="4000" dirty="0">
                <a:highlight>
                  <a:srgbClr val="E18A7E"/>
                </a:highlight>
              </a:rPr>
              <a:t>domain expertise</a:t>
            </a:r>
            <a:r>
              <a:rPr lang="en-US" sz="4000" dirty="0"/>
              <a:t> to </a:t>
            </a:r>
            <a:r>
              <a:rPr lang="en-US" sz="4400" b="1" dirty="0"/>
              <a:t>screen</a:t>
            </a:r>
            <a:r>
              <a:rPr lang="en-US" sz="4800" b="1" dirty="0"/>
              <a:t>*</a:t>
            </a:r>
            <a:r>
              <a:rPr lang="en-US" sz="4000" dirty="0"/>
              <a:t> variables</a:t>
            </a:r>
          </a:p>
          <a:p>
            <a:pPr marL="1371600" lvl="3" indent="0">
              <a:buNone/>
            </a:pPr>
            <a:r>
              <a:rPr lang="en-US" sz="4000" b="1" dirty="0"/>
              <a:t>*</a:t>
            </a:r>
            <a:r>
              <a:rPr lang="en-US" sz="3200" dirty="0"/>
              <a:t>Use observational data to </a:t>
            </a:r>
            <a:r>
              <a:rPr lang="en-US" sz="3200" b="1" dirty="0"/>
              <a:t>eliminate most variables</a:t>
            </a:r>
            <a:r>
              <a:rPr lang="en-US" sz="3200" dirty="0"/>
              <a:t> and keep a </a:t>
            </a:r>
            <a:r>
              <a:rPr lang="en-US" sz="3200" b="1" dirty="0"/>
              <a:t>small subset of candidates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113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9A770-9EB0-C696-B5AE-08F9585E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4262-1D54-C208-06E6-D85E4A8DA5C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Step 2. What else can we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D9B2B-6EC2-9BFF-F52C-682DB4B3F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633" y="1825625"/>
            <a:ext cx="11720945" cy="3173888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If Step 1 is ambiguous: collect </a:t>
            </a:r>
            <a:r>
              <a:rPr lang="en-US" sz="3600" b="1" dirty="0">
                <a:highlight>
                  <a:srgbClr val="FFFF00"/>
                </a:highlight>
              </a:rPr>
              <a:t>improved observational data</a:t>
            </a:r>
          </a:p>
          <a:p>
            <a:r>
              <a:rPr lang="en-US" sz="3600" dirty="0"/>
              <a:t>Engineers guide sensor</a:t>
            </a:r>
            <a:r>
              <a:rPr lang="en-US" sz="3600" b="1" dirty="0"/>
              <a:t>*</a:t>
            </a:r>
            <a:r>
              <a:rPr lang="en-US" sz="3600" dirty="0"/>
              <a:t> choice, placement, and sampling</a:t>
            </a:r>
          </a:p>
          <a:p>
            <a:r>
              <a:rPr lang="en-US" sz="3600" dirty="0"/>
              <a:t>If candidates are clear: run </a:t>
            </a:r>
            <a:r>
              <a:rPr lang="en-US" sz="3600" b="1" dirty="0">
                <a:highlight>
                  <a:srgbClr val="FFFF00"/>
                </a:highlight>
              </a:rPr>
              <a:t>randomized experiments</a:t>
            </a:r>
          </a:p>
          <a:p>
            <a:r>
              <a:rPr lang="en-US" sz="3600" dirty="0"/>
              <a:t>From “trivial many” to “</a:t>
            </a:r>
            <a:r>
              <a:rPr lang="en-US" sz="3600" b="1" dirty="0">
                <a:highlight>
                  <a:srgbClr val="FFFF00"/>
                </a:highlight>
              </a:rPr>
              <a:t>vital few</a:t>
            </a:r>
            <a:r>
              <a:rPr lang="en-US" sz="3600" dirty="0"/>
              <a:t>” via experimental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E04C28-26B1-8471-51C0-4B63780DB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5BAB46-E930-13EB-3FE2-C87C6E76B9C3}"/>
              </a:ext>
            </a:extLst>
          </p:cNvPr>
          <p:cNvSpPr txBox="1"/>
          <p:nvPr/>
        </p:nvSpPr>
        <p:spPr>
          <a:xfrm>
            <a:off x="320633" y="5279132"/>
            <a:ext cx="114953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*</a:t>
            </a:r>
            <a:r>
              <a:rPr lang="en-US" sz="2800" dirty="0"/>
              <a:t>whatever devices are needed to better observe the shortlisted variables.</a:t>
            </a:r>
          </a:p>
        </p:txBody>
      </p:sp>
    </p:spTree>
    <p:extLst>
      <p:ext uri="{BB962C8B-B14F-4D97-AF65-F5344CB8AC3E}">
        <p14:creationId xmlns:p14="http://schemas.microsoft.com/office/powerpoint/2010/main" val="197364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87C24-7BF0-667D-D06C-22DB9CF54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935C-7714-588D-88C7-68AADEF2AA6B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Case study: Additive manufacturing (AM)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82B5A-5032-596F-3756-32933C62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</a:rPr>
              <a:t>GOAL</a:t>
            </a:r>
            <a:r>
              <a:rPr lang="en-US" b="1" dirty="0"/>
              <a:t>: </a:t>
            </a:r>
            <a:r>
              <a:rPr lang="en-US" dirty="0"/>
              <a:t>identify </a:t>
            </a:r>
            <a:r>
              <a:rPr lang="en-US" b="1" dirty="0">
                <a:highlight>
                  <a:srgbClr val="FFFF00"/>
                </a:highlight>
              </a:rPr>
              <a:t>3D printing machine parameters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</a:t>
            </a:r>
            <a:r>
              <a:rPr lang="en-US" b="1" dirty="0">
                <a:highlight>
                  <a:srgbClr val="FFFF00"/>
                </a:highlight>
              </a:rPr>
              <a:t>in-production measurements</a:t>
            </a:r>
            <a:r>
              <a:rPr lang="en-US" dirty="0"/>
              <a:t> that affect product quality.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3C02A-B0BD-0554-E16F-3336C0947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9</a:t>
            </a:fld>
            <a:endParaRPr lang="en-US"/>
          </a:p>
        </p:txBody>
      </p:sp>
      <p:pic>
        <p:nvPicPr>
          <p:cNvPr id="3074" name="Picture 2" descr="What Exactly Is 3D Printing And Why Is It So Cool? – AnyoneGo">
            <a:extLst>
              <a:ext uri="{FF2B5EF4-FFF2-40B4-BE49-F238E27FC236}">
                <a16:creationId xmlns:a16="http://schemas.microsoft.com/office/drawing/2014/main" id="{5B85DF84-64E9-450E-A702-BC9F4988BC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8710" y="2981587"/>
            <a:ext cx="5374986" cy="3585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6F1B2C-305E-3998-3693-AF8E95687245}"/>
              </a:ext>
            </a:extLst>
          </p:cNvPr>
          <p:cNvSpPr txBox="1"/>
          <p:nvPr/>
        </p:nvSpPr>
        <p:spPr>
          <a:xfrm>
            <a:off x="4360183" y="6547062"/>
            <a:ext cx="3533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Image courtesy anyonego.com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47340A2-960F-B195-8766-FD5D19408EDB}"/>
                  </a:ext>
                </a:extLst>
              </p14:cNvPr>
              <p14:cNvContentPartPr/>
              <p14:nvPr/>
            </p14:nvContentPartPr>
            <p14:xfrm>
              <a:off x="7160662" y="2565056"/>
              <a:ext cx="2436480" cy="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47340A2-960F-B195-8766-FD5D19408E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2022" y="2547056"/>
                <a:ext cx="2454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A223C1C-F41E-4213-980F-E659E9CE7170}"/>
                  </a:ext>
                </a:extLst>
              </p14:cNvPr>
              <p14:cNvContentPartPr/>
              <p14:nvPr/>
            </p14:nvContentPartPr>
            <p14:xfrm>
              <a:off x="7161022" y="2612216"/>
              <a:ext cx="2408400" cy="367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A223C1C-F41E-4213-980F-E659E9CE71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52022" y="2603576"/>
                <a:ext cx="242604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4FCB147-B689-2079-A402-902EC3C2BAE5}"/>
                  </a:ext>
                </a:extLst>
              </p14:cNvPr>
              <p14:cNvContentPartPr/>
              <p14:nvPr/>
            </p14:nvContentPartPr>
            <p14:xfrm>
              <a:off x="9661052" y="2332800"/>
              <a:ext cx="524520" cy="10962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4FCB147-B689-2079-A402-902EC3C2BA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598052" y="2269800"/>
                <a:ext cx="650160" cy="12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3105761-6BFC-9EF0-DBCB-1311444DDEB2}"/>
                  </a:ext>
                </a:extLst>
              </p14:cNvPr>
              <p14:cNvContentPartPr/>
              <p14:nvPr/>
            </p14:nvContentPartPr>
            <p14:xfrm>
              <a:off x="10026812" y="3687480"/>
              <a:ext cx="1440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3105761-6BFC-9EF0-DBCB-1311444DDEB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964172" y="3624480"/>
                <a:ext cx="14004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B881D41-05CC-3DC5-51D6-F320C9083008}"/>
              </a:ext>
            </a:extLst>
          </p:cNvPr>
          <p:cNvSpPr txBox="1"/>
          <p:nvPr/>
        </p:nvSpPr>
        <p:spPr>
          <a:xfrm>
            <a:off x="0" y="3206534"/>
            <a:ext cx="333830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18 production batches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53 process variables collected from sensors</a:t>
            </a:r>
          </a:p>
        </p:txBody>
      </p:sp>
    </p:spTree>
    <p:extLst>
      <p:ext uri="{BB962C8B-B14F-4D97-AF65-F5344CB8AC3E}">
        <p14:creationId xmlns:p14="http://schemas.microsoft.com/office/powerpoint/2010/main" val="1608300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C78A7-083F-E888-65E8-7503BD9C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9888-C830-B5AB-B4C1-3DD9131B211F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Case study: Additive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A5202-A15A-2DBB-8C47-673B267D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7AC110-3816-C37E-967B-42D2A23E90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680" y="2244436"/>
            <a:ext cx="11156472" cy="42484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32F51F7-6868-0F5D-39AC-0F6A8735BB5A}"/>
                  </a:ext>
                </a:extLst>
              </p14:cNvPr>
              <p14:cNvContentPartPr/>
              <p14:nvPr/>
            </p14:nvContentPartPr>
            <p14:xfrm>
              <a:off x="8217622" y="4001816"/>
              <a:ext cx="3278520" cy="7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32F51F7-6868-0F5D-39AC-0F6A8735BB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54982" y="3875816"/>
                <a:ext cx="3404160" cy="25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319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07F39-A9E2-09E3-7FD0-FF3BEA674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DB37C-5047-C6D4-3C37-3E443F96A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440" y="229317"/>
            <a:ext cx="7291448" cy="660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14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7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486DA6-AE78-2CF4-9C17-86E2B59D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65EDF-0EC3-3EBE-E5B0-40DBC1FC5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12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229C56-BFBC-B6C0-227B-981640400967}"/>
              </a:ext>
            </a:extLst>
          </p:cNvPr>
          <p:cNvSpPr/>
          <p:nvPr/>
        </p:nvSpPr>
        <p:spPr>
          <a:xfrm>
            <a:off x="-125186" y="1851645"/>
            <a:ext cx="12442371" cy="31547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HOWEVER</a:t>
            </a:r>
            <a:endParaRPr 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5556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B9FC-396E-61A9-A941-C4FBE2972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000C1-4A23-589F-A6F4-4AFB4241EFD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Case study: Additive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E0838-3E17-6940-FED1-8BBFCB611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13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E483743-89C6-5E63-0016-ABDA482C6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8177"/>
            <a:ext cx="12096955" cy="2553195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99E5E5D-BDF2-0ED0-300D-B9549E2E710A}"/>
              </a:ext>
            </a:extLst>
          </p:cNvPr>
          <p:cNvSpPr txBox="1"/>
          <p:nvPr/>
        </p:nvSpPr>
        <p:spPr>
          <a:xfrm>
            <a:off x="1785258" y="3906969"/>
            <a:ext cx="10311697" cy="230832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600" dirty="0"/>
              <a:t>To address this issue and select the most relevant variables, they employed the </a:t>
            </a:r>
            <a:r>
              <a:rPr lang="en-US" sz="3600" b="1" dirty="0">
                <a:solidFill>
                  <a:srgbClr val="FFFF00"/>
                </a:solidFill>
              </a:rPr>
              <a:t>Conditional Boruta</a:t>
            </a:r>
            <a:r>
              <a:rPr lang="en-US" sz="3600" dirty="0"/>
              <a:t> model, specifically developed to handle correlated variables.</a:t>
            </a:r>
          </a:p>
        </p:txBody>
      </p:sp>
    </p:spTree>
    <p:extLst>
      <p:ext uri="{BB962C8B-B14F-4D97-AF65-F5344CB8AC3E}">
        <p14:creationId xmlns:p14="http://schemas.microsoft.com/office/powerpoint/2010/main" val="421305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4BA55-4D51-826A-EC31-6092C0F3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6C52E8-8C0F-5C5C-DBC6-3C6263828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196" y="0"/>
            <a:ext cx="10648658" cy="682248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67F18A5-BEAD-73E1-2F2A-EF4A0FA9F441}"/>
              </a:ext>
            </a:extLst>
          </p:cNvPr>
          <p:cNvGrpSpPr/>
          <p:nvPr/>
        </p:nvGrpSpPr>
        <p:grpSpPr>
          <a:xfrm>
            <a:off x="9748342" y="4880216"/>
            <a:ext cx="1191600" cy="1321920"/>
            <a:chOff x="9748342" y="4880216"/>
            <a:chExt cx="1191600" cy="132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7D2A03-C104-932E-C766-F124B5437797}"/>
                    </a:ext>
                  </a:extLst>
                </p14:cNvPr>
                <p14:cNvContentPartPr/>
                <p14:nvPr/>
              </p14:nvContentPartPr>
              <p14:xfrm>
                <a:off x="9748342" y="5449736"/>
                <a:ext cx="739800" cy="7524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7D2A03-C104-932E-C766-F124B543779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685702" y="5386736"/>
                  <a:ext cx="86544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A0F292-FB97-75F5-9C65-9DC9FD7B7248}"/>
                    </a:ext>
                  </a:extLst>
                </p14:cNvPr>
                <p14:cNvContentPartPr/>
                <p14:nvPr/>
              </p14:nvContentPartPr>
              <p14:xfrm>
                <a:off x="10438102" y="4896056"/>
                <a:ext cx="370080" cy="5673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A0F292-FB97-75F5-9C65-9DC9FD7B72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375462" y="4833056"/>
                  <a:ext cx="4957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A0BAE11-8E87-8E12-7120-D9F72EEA377B}"/>
                    </a:ext>
                  </a:extLst>
                </p14:cNvPr>
                <p14:cNvContentPartPr/>
                <p14:nvPr/>
              </p14:nvContentPartPr>
              <p14:xfrm>
                <a:off x="10520902" y="4880216"/>
                <a:ext cx="419040" cy="352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A0BAE11-8E87-8E12-7120-D9F72EEA377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458262" y="4817576"/>
                  <a:ext cx="544680" cy="47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581FC36A-FD7B-E1B8-B484-10BF1B96B395}"/>
                  </a:ext>
                </a:extLst>
              </p14:cNvPr>
              <p14:cNvContentPartPr/>
              <p14:nvPr/>
            </p14:nvContentPartPr>
            <p14:xfrm>
              <a:off x="11598742" y="4079082"/>
              <a:ext cx="231120" cy="5860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581FC36A-FD7B-E1B8-B484-10BF1B96B3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581102" y="4061442"/>
                <a:ext cx="266760" cy="62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F8C67E01-49EA-1BD7-52C3-9AF02BF8926D}"/>
              </a:ext>
            </a:extLst>
          </p:cNvPr>
          <p:cNvGrpSpPr/>
          <p:nvPr/>
        </p:nvGrpSpPr>
        <p:grpSpPr>
          <a:xfrm>
            <a:off x="10711702" y="498296"/>
            <a:ext cx="1162080" cy="4170106"/>
            <a:chOff x="10711702" y="498296"/>
            <a:chExt cx="1162080" cy="417010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4DFD58E-AB5B-AA53-70E0-51CD1428B867}"/>
                    </a:ext>
                  </a:extLst>
                </p14:cNvPr>
                <p14:cNvContentPartPr/>
                <p14:nvPr/>
              </p14:nvContentPartPr>
              <p14:xfrm>
                <a:off x="10808182" y="4151802"/>
                <a:ext cx="310320" cy="5166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4DFD58E-AB5B-AA53-70E0-51CD1428B8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790542" y="4134162"/>
                  <a:ext cx="345960" cy="55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9DBA35A-E552-421C-2A06-95E17662DDC7}"/>
                    </a:ext>
                  </a:extLst>
                </p14:cNvPr>
                <p14:cNvContentPartPr/>
                <p14:nvPr/>
              </p14:nvContentPartPr>
              <p14:xfrm>
                <a:off x="11237662" y="4136682"/>
                <a:ext cx="226800" cy="524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9DBA35A-E552-421C-2A06-95E17662DDC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219662" y="4119042"/>
                  <a:ext cx="262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8B95FB-9121-D6AB-37F9-D3F277FFFDC7}"/>
                    </a:ext>
                  </a:extLst>
                </p14:cNvPr>
                <p14:cNvContentPartPr/>
                <p14:nvPr/>
              </p14:nvContentPartPr>
              <p14:xfrm>
                <a:off x="10832662" y="2903322"/>
                <a:ext cx="227520" cy="4485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8B95FB-9121-D6AB-37F9-D3F277FFFDC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814662" y="2885322"/>
                  <a:ext cx="2631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4CBCA08-41CE-91E5-DAB3-095698EED711}"/>
                    </a:ext>
                  </a:extLst>
                </p14:cNvPr>
                <p14:cNvContentPartPr/>
                <p14:nvPr/>
              </p14:nvContentPartPr>
              <p14:xfrm>
                <a:off x="11176462" y="2902602"/>
                <a:ext cx="252360" cy="430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4CBCA08-41CE-91E5-DAB3-095698EED71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58822" y="2884602"/>
                  <a:ext cx="28800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273F730-FFCD-D05E-82DF-3514F8205852}"/>
                    </a:ext>
                  </a:extLst>
                </p14:cNvPr>
                <p14:cNvContentPartPr/>
                <p14:nvPr/>
              </p14:nvContentPartPr>
              <p14:xfrm>
                <a:off x="11531422" y="2843922"/>
                <a:ext cx="237960" cy="4424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273F730-FFCD-D05E-82DF-3514F820585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513782" y="2826282"/>
                  <a:ext cx="27360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79801A2-AE4F-DF5D-9FF3-5E1122FF858B}"/>
                    </a:ext>
                  </a:extLst>
                </p14:cNvPr>
                <p14:cNvContentPartPr/>
                <p14:nvPr/>
              </p14:nvContentPartPr>
              <p14:xfrm>
                <a:off x="10856062" y="3522162"/>
                <a:ext cx="169200" cy="420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79801A2-AE4F-DF5D-9FF3-5E1122FF858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838422" y="3504162"/>
                  <a:ext cx="2048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CA7E81D-55D6-C000-2FAD-9EE9A290B045}"/>
                    </a:ext>
                  </a:extLst>
                </p14:cNvPr>
                <p14:cNvContentPartPr/>
                <p14:nvPr/>
              </p14:nvContentPartPr>
              <p14:xfrm>
                <a:off x="11181142" y="3449802"/>
                <a:ext cx="290880" cy="241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CA7E81D-55D6-C000-2FAD-9EE9A290B0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1163502" y="3432162"/>
                  <a:ext cx="326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D6FC1A9-19C3-CE82-8ADD-0D221160D2B9}"/>
                    </a:ext>
                  </a:extLst>
                </p14:cNvPr>
                <p14:cNvContentPartPr/>
                <p14:nvPr/>
              </p14:nvContentPartPr>
              <p14:xfrm>
                <a:off x="11378782" y="3557082"/>
                <a:ext cx="35640" cy="293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D6FC1A9-19C3-CE82-8ADD-0D221160D2B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1361142" y="3539082"/>
                  <a:ext cx="71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981991E-83E5-8271-55B0-9EB9143524BD}"/>
                    </a:ext>
                  </a:extLst>
                </p14:cNvPr>
                <p14:cNvContentPartPr/>
                <p14:nvPr/>
              </p14:nvContentPartPr>
              <p14:xfrm>
                <a:off x="11485342" y="3353322"/>
                <a:ext cx="344880" cy="6134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981991E-83E5-8271-55B0-9EB9143524B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467702" y="3335322"/>
                  <a:ext cx="38052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71034FC-D790-7363-23E2-440EFCBDE308}"/>
                    </a:ext>
                  </a:extLst>
                </p14:cNvPr>
                <p14:cNvContentPartPr/>
                <p14:nvPr/>
              </p14:nvContentPartPr>
              <p14:xfrm>
                <a:off x="10770742" y="498296"/>
                <a:ext cx="36720" cy="569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71034FC-D790-7363-23E2-440EFCBDE30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753102" y="480296"/>
                  <a:ext cx="7236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86E588C-A941-AFCB-668D-E4CD85A6B76B}"/>
                    </a:ext>
                  </a:extLst>
                </p14:cNvPr>
                <p14:cNvContentPartPr/>
                <p14:nvPr/>
              </p14:nvContentPartPr>
              <p14:xfrm>
                <a:off x="11019862" y="546176"/>
                <a:ext cx="37080" cy="46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86E588C-A941-AFCB-668D-E4CD85A6B76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002222" y="528176"/>
                  <a:ext cx="7272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6ACD992-E129-C635-F44E-F64F13449099}"/>
                    </a:ext>
                  </a:extLst>
                </p14:cNvPr>
                <p14:cNvContentPartPr/>
                <p14:nvPr/>
              </p14:nvContentPartPr>
              <p14:xfrm>
                <a:off x="10711702" y="705656"/>
                <a:ext cx="425880" cy="1735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6ACD992-E129-C635-F44E-F64F1344909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693702" y="687656"/>
                  <a:ext cx="461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C476D21-8EEB-45C0-CADD-23FF989DC9FE}"/>
                    </a:ext>
                  </a:extLst>
                </p14:cNvPr>
                <p14:cNvContentPartPr/>
                <p14:nvPr/>
              </p14:nvContentPartPr>
              <p14:xfrm>
                <a:off x="11256742" y="724376"/>
                <a:ext cx="181080" cy="347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C476D21-8EEB-45C0-CADD-23FF989DC9F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238742" y="706376"/>
                  <a:ext cx="21672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2474BD-0BAC-D589-8772-2BC8E905320B}"/>
                    </a:ext>
                  </a:extLst>
                </p14:cNvPr>
                <p14:cNvContentPartPr/>
                <p14:nvPr/>
              </p14:nvContentPartPr>
              <p14:xfrm>
                <a:off x="11542222" y="675416"/>
                <a:ext cx="331560" cy="409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2474BD-0BAC-D589-8772-2BC8E905320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524582" y="657776"/>
                  <a:ext cx="3672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5A985D2-A3E6-34CD-6CC8-E446C49BDBEE}"/>
                    </a:ext>
                  </a:extLst>
                </p14:cNvPr>
                <p14:cNvContentPartPr/>
                <p14:nvPr/>
              </p14:nvContentPartPr>
              <p14:xfrm>
                <a:off x="10913662" y="1247096"/>
                <a:ext cx="226800" cy="323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5A985D2-A3E6-34CD-6CC8-E446C49BDBE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0895662" y="1229096"/>
                  <a:ext cx="262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2443677-5640-F737-3729-702AE126F32B}"/>
                    </a:ext>
                  </a:extLst>
                </p14:cNvPr>
                <p14:cNvContentPartPr/>
                <p14:nvPr/>
              </p14:nvContentPartPr>
              <p14:xfrm>
                <a:off x="10782982" y="1323416"/>
                <a:ext cx="283680" cy="126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2443677-5640-F737-3729-702AE126F3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0764982" y="1305416"/>
                  <a:ext cx="3193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DE75882-6327-A24D-CFE8-8F14EF0A6AEC}"/>
                    </a:ext>
                  </a:extLst>
                </p14:cNvPr>
                <p14:cNvContentPartPr/>
                <p14:nvPr/>
              </p14:nvContentPartPr>
              <p14:xfrm>
                <a:off x="11267182" y="1353296"/>
                <a:ext cx="171360" cy="19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DE75882-6327-A24D-CFE8-8F14EF0A6AE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249542" y="1335656"/>
                  <a:ext cx="207000" cy="22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D4EE0A4-11B4-5B2E-DA42-4B2AC356AE57}"/>
              </a:ext>
            </a:extLst>
          </p:cNvPr>
          <p:cNvGrpSpPr/>
          <p:nvPr/>
        </p:nvGrpSpPr>
        <p:grpSpPr>
          <a:xfrm>
            <a:off x="11756422" y="4616336"/>
            <a:ext cx="214920" cy="727560"/>
            <a:chOff x="11756422" y="4616336"/>
            <a:chExt cx="214920" cy="72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B36236-FE9E-55F1-2BD4-C13EDFE44F32}"/>
                    </a:ext>
                  </a:extLst>
                </p14:cNvPr>
                <p14:cNvContentPartPr/>
                <p14:nvPr/>
              </p14:nvContentPartPr>
              <p14:xfrm>
                <a:off x="11756422" y="4616336"/>
                <a:ext cx="214920" cy="6321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B36236-FE9E-55F1-2BD4-C13EDFE44F3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1738782" y="4598696"/>
                  <a:ext cx="25056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DAF3751-AF36-C91F-28F8-57A0372798A8}"/>
                    </a:ext>
                  </a:extLst>
                </p14:cNvPr>
                <p14:cNvContentPartPr/>
                <p14:nvPr/>
              </p14:nvContentPartPr>
              <p14:xfrm>
                <a:off x="11803582" y="5343536"/>
                <a:ext cx="36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DAF3751-AF36-C91F-28F8-57A0372798A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785582" y="532589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7874DCA-3EEF-5698-7011-7A16343DB028}"/>
              </a:ext>
            </a:extLst>
          </p:cNvPr>
          <p:cNvGrpSpPr/>
          <p:nvPr/>
        </p:nvGrpSpPr>
        <p:grpSpPr>
          <a:xfrm>
            <a:off x="10381815" y="2076300"/>
            <a:ext cx="1582200" cy="618120"/>
            <a:chOff x="10381815" y="2076300"/>
            <a:chExt cx="1582200" cy="61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33A1F5C-6C24-58AD-50C7-BCDA14A641F0}"/>
                    </a:ext>
                  </a:extLst>
                </p14:cNvPr>
                <p14:cNvContentPartPr/>
                <p14:nvPr/>
              </p14:nvContentPartPr>
              <p14:xfrm>
                <a:off x="10381815" y="2449260"/>
                <a:ext cx="124920" cy="245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33A1F5C-6C24-58AD-50C7-BCDA14A641F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373175" y="2440620"/>
                  <a:ext cx="14256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D6C0B73-B51E-90A1-E28F-BDE7E1248470}"/>
                    </a:ext>
                  </a:extLst>
                </p14:cNvPr>
                <p14:cNvContentPartPr/>
                <p14:nvPr/>
              </p14:nvContentPartPr>
              <p14:xfrm>
                <a:off x="10524015" y="2438100"/>
                <a:ext cx="259560" cy="2484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D6C0B73-B51E-90A1-E28F-BDE7E124847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515375" y="2429460"/>
                  <a:ext cx="2772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C6E3BC1-946F-E391-F438-0CBFEF6BB044}"/>
                    </a:ext>
                  </a:extLst>
                </p14:cNvPr>
                <p14:cNvContentPartPr/>
                <p14:nvPr/>
              </p14:nvContentPartPr>
              <p14:xfrm>
                <a:off x="10753335" y="2390580"/>
                <a:ext cx="64800" cy="240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C6E3BC1-946F-E391-F438-0CBFEF6BB04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744695" y="2381940"/>
                  <a:ext cx="82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4B1D90C-11B1-31EC-8BD2-ABC06E59AB9A}"/>
                    </a:ext>
                  </a:extLst>
                </p14:cNvPr>
                <p14:cNvContentPartPr/>
                <p14:nvPr/>
              </p14:nvContentPartPr>
              <p14:xfrm>
                <a:off x="10820295" y="2114100"/>
                <a:ext cx="95760" cy="4564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4B1D90C-11B1-31EC-8BD2-ABC06E59AB9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811295" y="2105460"/>
                  <a:ext cx="1134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9E372F8-62D8-A9F8-0330-1102FC12145F}"/>
                    </a:ext>
                  </a:extLst>
                </p14:cNvPr>
                <p14:cNvContentPartPr/>
                <p14:nvPr/>
              </p14:nvContentPartPr>
              <p14:xfrm>
                <a:off x="10952775" y="2343060"/>
                <a:ext cx="53640" cy="2422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9E372F8-62D8-A9F8-0330-1102FC12145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944135" y="2334420"/>
                  <a:ext cx="71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0D584B5-B583-A6AD-206B-0DC7164FA544}"/>
                    </a:ext>
                  </a:extLst>
                </p14:cNvPr>
                <p14:cNvContentPartPr/>
                <p14:nvPr/>
              </p14:nvContentPartPr>
              <p14:xfrm>
                <a:off x="10953855" y="2247660"/>
                <a:ext cx="360" cy="3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0D584B5-B583-A6AD-206B-0DC7164FA54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944855" y="22386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92B0F5-FABC-AB4F-7E76-27983276EF37}"/>
                    </a:ext>
                  </a:extLst>
                </p14:cNvPr>
                <p14:cNvContentPartPr/>
                <p14:nvPr/>
              </p14:nvContentPartPr>
              <p14:xfrm>
                <a:off x="11065815" y="2333340"/>
                <a:ext cx="137520" cy="2332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92B0F5-FABC-AB4F-7E76-27983276EF3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1056815" y="2324700"/>
                  <a:ext cx="1551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C3D8AFD-D158-A55F-F19D-4B326461D59E}"/>
                    </a:ext>
                  </a:extLst>
                </p14:cNvPr>
                <p14:cNvContentPartPr/>
                <p14:nvPr/>
              </p14:nvContentPartPr>
              <p14:xfrm>
                <a:off x="11172375" y="2076300"/>
                <a:ext cx="73440" cy="494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C3D8AFD-D158-A55F-F19D-4B326461D59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163735" y="2067660"/>
                  <a:ext cx="9108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B3A94F6-48A6-2C60-91DD-5FE91DC58E7B}"/>
                    </a:ext>
                  </a:extLst>
                </p14:cNvPr>
                <p14:cNvContentPartPr/>
                <p14:nvPr/>
              </p14:nvContentPartPr>
              <p14:xfrm>
                <a:off x="11274255" y="2305620"/>
                <a:ext cx="214200" cy="216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B3A94F6-48A6-2C60-91DD-5FE91DC58E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1265255" y="2296620"/>
                  <a:ext cx="23184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0B64514-3E1A-FE1D-C79C-CA6EFF2EB20C}"/>
                    </a:ext>
                  </a:extLst>
                </p14:cNvPr>
                <p14:cNvContentPartPr/>
                <p14:nvPr/>
              </p14:nvContentPartPr>
              <p14:xfrm>
                <a:off x="11477655" y="2238300"/>
                <a:ext cx="47160" cy="2476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0B64514-3E1A-FE1D-C79C-CA6EFF2EB20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468655" y="2229660"/>
                  <a:ext cx="648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DE5ECE0-CF3C-E6B3-670D-A23C21C8EB87}"/>
                    </a:ext>
                  </a:extLst>
                </p14:cNvPr>
                <p14:cNvContentPartPr/>
                <p14:nvPr/>
              </p14:nvContentPartPr>
              <p14:xfrm>
                <a:off x="11591415" y="2085660"/>
                <a:ext cx="114840" cy="4424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DE5ECE0-CF3C-E6B3-670D-A23C21C8EB8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582775" y="2076660"/>
                  <a:ext cx="1324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2D9198F-7AA2-ECDB-3110-4BF4601FC6CB}"/>
                    </a:ext>
                  </a:extLst>
                </p14:cNvPr>
                <p14:cNvContentPartPr/>
                <p14:nvPr/>
              </p14:nvContentPartPr>
              <p14:xfrm>
                <a:off x="11563335" y="2296620"/>
                <a:ext cx="133920" cy="374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2D9198F-7AA2-ECDB-3110-4BF4601FC6C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54695" y="2287620"/>
                  <a:ext cx="151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3508FDE-ADDC-4369-7717-9F6B578AF67E}"/>
                    </a:ext>
                  </a:extLst>
                </p14:cNvPr>
                <p14:cNvContentPartPr/>
                <p14:nvPr/>
              </p14:nvContentPartPr>
              <p14:xfrm>
                <a:off x="11753415" y="2321100"/>
                <a:ext cx="210600" cy="269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3508FDE-ADDC-4369-7717-9F6B578AF67E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744775" y="2312460"/>
                  <a:ext cx="228240" cy="287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6074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93C0B-1B29-AACA-A016-FB9E67E2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B4F5D-231D-738A-D9AA-39059E58426A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Case study: Additive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144A3-16A1-4517-6BC3-528B6563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15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FE44AC-7496-9984-DB51-467115B32560}"/>
              </a:ext>
            </a:extLst>
          </p:cNvPr>
          <p:cNvSpPr txBox="1"/>
          <p:nvPr/>
        </p:nvSpPr>
        <p:spPr>
          <a:xfrm>
            <a:off x="8281308" y="4173669"/>
            <a:ext cx="3463017" cy="707886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 dirty="0"/>
              <a:t>OF COURSE </a:t>
            </a:r>
            <a:r>
              <a:rPr lang="en-US" sz="4000" dirty="0">
                <a:sym typeface="Wingdings" panose="05000000000000000000" pitchFamily="2" charset="2"/>
              </a:rPr>
              <a:t>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7B7A0B-7369-1478-9728-6676C972E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690" y="3083647"/>
            <a:ext cx="7736309" cy="1002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2EF78B-1F91-DCCF-ECB7-C62945C8B33A}"/>
              </a:ext>
            </a:extLst>
          </p:cNvPr>
          <p:cNvSpPr txBox="1"/>
          <p:nvPr/>
        </p:nvSpPr>
        <p:spPr>
          <a:xfrm>
            <a:off x="2020124" y="2162737"/>
            <a:ext cx="1532702" cy="76944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400" dirty="0"/>
              <a:t>using</a:t>
            </a:r>
            <a:endParaRPr lang="en-US" sz="3600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C523F07-B305-F65C-90E2-26239E232019}"/>
              </a:ext>
            </a:extLst>
          </p:cNvPr>
          <p:cNvGrpSpPr/>
          <p:nvPr/>
        </p:nvGrpSpPr>
        <p:grpSpPr>
          <a:xfrm>
            <a:off x="990855" y="3838500"/>
            <a:ext cx="4499280" cy="1523520"/>
            <a:chOff x="990855" y="3838500"/>
            <a:chExt cx="4499280" cy="152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A7E9B8-7E79-EB9F-C264-3A966508D43F}"/>
                    </a:ext>
                  </a:extLst>
                </p14:cNvPr>
                <p14:cNvContentPartPr/>
                <p14:nvPr/>
              </p14:nvContentPartPr>
              <p14:xfrm>
                <a:off x="3019455" y="3847140"/>
                <a:ext cx="2470680" cy="4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A7E9B8-7E79-EB9F-C264-3A966508D43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10815" y="3838140"/>
                  <a:ext cx="24883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3C2CCA2-8F06-F2F4-FF15-0BCBFEC18348}"/>
                    </a:ext>
                  </a:extLst>
                </p14:cNvPr>
                <p14:cNvContentPartPr/>
                <p14:nvPr/>
              </p14:nvContentPartPr>
              <p14:xfrm>
                <a:off x="2904975" y="3838500"/>
                <a:ext cx="476640" cy="868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3C2CCA2-8F06-F2F4-FF15-0BCBFEC183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896335" y="3829500"/>
                  <a:ext cx="49428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DD1E9E9-D2B7-1C8D-A65D-214E8EA140E2}"/>
                    </a:ext>
                  </a:extLst>
                </p14:cNvPr>
                <p14:cNvContentPartPr/>
                <p14:nvPr/>
              </p14:nvContentPartPr>
              <p14:xfrm>
                <a:off x="2820375" y="4552740"/>
                <a:ext cx="215640" cy="3542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DD1E9E9-D2B7-1C8D-A65D-214E8EA140E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811375" y="4544100"/>
                  <a:ext cx="23328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78A22B6-1F6E-DD80-DF99-7A6FD7149B97}"/>
                    </a:ext>
                  </a:extLst>
                </p14:cNvPr>
                <p14:cNvContentPartPr/>
                <p14:nvPr/>
              </p14:nvContentPartPr>
              <p14:xfrm>
                <a:off x="999135" y="4724100"/>
                <a:ext cx="17640" cy="410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78A22B6-1F6E-DD80-DF99-7A6FD7149B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90495" y="4715100"/>
                  <a:ext cx="352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AA854A-66B4-1E8B-B394-AF11FAD126E2}"/>
                    </a:ext>
                  </a:extLst>
                </p14:cNvPr>
                <p14:cNvContentPartPr/>
                <p14:nvPr/>
              </p14:nvContentPartPr>
              <p14:xfrm>
                <a:off x="990855" y="4705020"/>
                <a:ext cx="143640" cy="104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AA854A-66B4-1E8B-B394-AF11FAD126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1855" y="4696380"/>
                  <a:ext cx="161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1AB858-D1F2-9B1F-51D5-1FE0B9E89F22}"/>
                    </a:ext>
                  </a:extLst>
                </p14:cNvPr>
                <p14:cNvContentPartPr/>
                <p14:nvPr/>
              </p14:nvContentPartPr>
              <p14:xfrm>
                <a:off x="1219095" y="4652100"/>
                <a:ext cx="108360" cy="136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1AB858-D1F2-9B1F-51D5-1FE0B9E89F2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210455" y="4643100"/>
                  <a:ext cx="12600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B60836A-5512-3E1C-6B05-9224DDD74696}"/>
                    </a:ext>
                  </a:extLst>
                </p14:cNvPr>
                <p14:cNvContentPartPr/>
                <p14:nvPr/>
              </p14:nvContentPartPr>
              <p14:xfrm>
                <a:off x="1352655" y="4676580"/>
                <a:ext cx="124920" cy="135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B60836A-5512-3E1C-6B05-9224DDD7469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43655" y="4667580"/>
                  <a:ext cx="1425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76D35B4-A653-15E9-B5B1-8CEBF128401C}"/>
                    </a:ext>
                  </a:extLst>
                </p14:cNvPr>
                <p14:cNvContentPartPr/>
                <p14:nvPr/>
              </p14:nvContentPartPr>
              <p14:xfrm>
                <a:off x="1530135" y="4666860"/>
                <a:ext cx="165600" cy="155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76D35B4-A653-15E9-B5B1-8CEBF128401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521495" y="4657860"/>
                  <a:ext cx="183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A22B792-B629-4CB4-B340-8BAC2D75CFBA}"/>
                    </a:ext>
                  </a:extLst>
                </p14:cNvPr>
                <p14:cNvContentPartPr/>
                <p14:nvPr/>
              </p14:nvContentPartPr>
              <p14:xfrm>
                <a:off x="1741815" y="4648500"/>
                <a:ext cx="177840" cy="154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A22B792-B629-4CB4-B340-8BAC2D75CFB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32815" y="4639500"/>
                  <a:ext cx="1954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E8200E-D203-795D-4FE0-9B164DE1270D}"/>
                    </a:ext>
                  </a:extLst>
                </p14:cNvPr>
                <p14:cNvContentPartPr/>
                <p14:nvPr/>
              </p14:nvContentPartPr>
              <p14:xfrm>
                <a:off x="1985895" y="4621500"/>
                <a:ext cx="138600" cy="174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E8200E-D203-795D-4FE0-9B164DE1270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77255" y="4612860"/>
                  <a:ext cx="1562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32629B6-7105-DCF2-F3AB-CFFDCBD64A22}"/>
                    </a:ext>
                  </a:extLst>
                </p14:cNvPr>
                <p14:cNvContentPartPr/>
                <p14:nvPr/>
              </p14:nvContentPartPr>
              <p14:xfrm>
                <a:off x="2172735" y="4621860"/>
                <a:ext cx="141840" cy="225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32629B6-7105-DCF2-F3AB-CFFDCBD64A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63735" y="4613220"/>
                  <a:ext cx="1594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4D1E08-460D-9B53-8EDD-A768DFADCC48}"/>
                    </a:ext>
                  </a:extLst>
                </p14:cNvPr>
                <p14:cNvContentPartPr/>
                <p14:nvPr/>
              </p14:nvContentPartPr>
              <p14:xfrm>
                <a:off x="1286055" y="4983300"/>
                <a:ext cx="228960" cy="189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4D1E08-460D-9B53-8EDD-A768DFADCC4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277055" y="4974660"/>
                  <a:ext cx="2466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88E2E17-269D-46D8-BA11-63EB51F917FA}"/>
                    </a:ext>
                  </a:extLst>
                </p14:cNvPr>
                <p14:cNvContentPartPr/>
                <p14:nvPr/>
              </p14:nvContentPartPr>
              <p14:xfrm>
                <a:off x="1573335" y="4998060"/>
                <a:ext cx="114120" cy="1310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88E2E17-269D-46D8-BA11-63EB51F917F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564335" y="4989420"/>
                  <a:ext cx="131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5EFD0AC-5F08-0F24-5AAD-CC39D83D2060}"/>
                    </a:ext>
                  </a:extLst>
                </p14:cNvPr>
                <p14:cNvContentPartPr/>
                <p14:nvPr/>
              </p14:nvContentPartPr>
              <p14:xfrm>
                <a:off x="1790775" y="5014620"/>
                <a:ext cx="85320" cy="1317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5EFD0AC-5F08-0F24-5AAD-CC39D83D206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782135" y="5005620"/>
                  <a:ext cx="1029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BB3E61-1DFF-BCD5-56C6-925A044B5239}"/>
                    </a:ext>
                  </a:extLst>
                </p14:cNvPr>
                <p14:cNvContentPartPr/>
                <p14:nvPr/>
              </p14:nvContentPartPr>
              <p14:xfrm>
                <a:off x="1685655" y="5009580"/>
                <a:ext cx="220320" cy="352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ABB3E61-1DFF-BCD5-56C6-925A044B523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676655" y="5000940"/>
                  <a:ext cx="23796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3C753B4-7A0C-4558-AEB1-ED397A7F968F}"/>
                    </a:ext>
                  </a:extLst>
                </p14:cNvPr>
                <p14:cNvContentPartPr/>
                <p14:nvPr/>
              </p14:nvContentPartPr>
              <p14:xfrm>
                <a:off x="1952775" y="5009580"/>
                <a:ext cx="38520" cy="1332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3C753B4-7A0C-4558-AEB1-ED397A7F968F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943775" y="5000940"/>
                  <a:ext cx="561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B59E502-A210-575C-E637-05CA954F66F6}"/>
                    </a:ext>
                  </a:extLst>
                </p14:cNvPr>
                <p14:cNvContentPartPr/>
                <p14:nvPr/>
              </p14:nvContentPartPr>
              <p14:xfrm>
                <a:off x="1981215" y="4943340"/>
                <a:ext cx="216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B59E502-A210-575C-E637-05CA954F66F6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972215" y="4934340"/>
                  <a:ext cx="19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290685-6D74-8D2F-4F6B-C7E2EEA8502B}"/>
                    </a:ext>
                  </a:extLst>
                </p14:cNvPr>
                <p14:cNvContentPartPr/>
                <p14:nvPr/>
              </p14:nvContentPartPr>
              <p14:xfrm>
                <a:off x="2053215" y="5009580"/>
                <a:ext cx="4320" cy="1681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2290685-6D74-8D2F-4F6B-C7E2EEA8502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044575" y="5000940"/>
                  <a:ext cx="21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5B3E955-3A6A-804D-EF01-D861B90BF944}"/>
                    </a:ext>
                  </a:extLst>
                </p14:cNvPr>
                <p14:cNvContentPartPr/>
                <p14:nvPr/>
              </p14:nvContentPartPr>
              <p14:xfrm>
                <a:off x="2066895" y="5029380"/>
                <a:ext cx="88200" cy="142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5B3E955-3A6A-804D-EF01-D861B90BF94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058255" y="5020380"/>
                  <a:ext cx="105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B32ABD-52FB-041D-C63D-351DB1988076}"/>
                    </a:ext>
                  </a:extLst>
                </p14:cNvPr>
                <p14:cNvContentPartPr/>
                <p14:nvPr/>
              </p14:nvContentPartPr>
              <p14:xfrm>
                <a:off x="2190735" y="4980060"/>
                <a:ext cx="124920" cy="145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B32ABD-52FB-041D-C63D-351DB198807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81735" y="4971420"/>
                  <a:ext cx="1425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0B8C38C-8B3E-DB87-CACA-7EF069E104E3}"/>
                    </a:ext>
                  </a:extLst>
                </p14:cNvPr>
                <p14:cNvContentPartPr/>
                <p14:nvPr/>
              </p14:nvContentPartPr>
              <p14:xfrm>
                <a:off x="2351295" y="4981500"/>
                <a:ext cx="273240" cy="242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0B8C38C-8B3E-DB87-CACA-7EF069E104E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342655" y="4972500"/>
                  <a:ext cx="2908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C02087-DABF-176D-47C5-5F6239848784}"/>
                    </a:ext>
                  </a:extLst>
                </p14:cNvPr>
                <p14:cNvContentPartPr/>
                <p14:nvPr/>
              </p14:nvContentPartPr>
              <p14:xfrm>
                <a:off x="2667015" y="5007060"/>
                <a:ext cx="160200" cy="1656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C02087-DABF-176D-47C5-5F623984878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658015" y="4998060"/>
                  <a:ext cx="177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D781662-9923-0F3B-4963-BBD85A35CFFB}"/>
                    </a:ext>
                  </a:extLst>
                </p14:cNvPr>
                <p14:cNvContentPartPr/>
                <p14:nvPr/>
              </p14:nvContentPartPr>
              <p14:xfrm>
                <a:off x="2810655" y="4979340"/>
                <a:ext cx="237240" cy="244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D781662-9923-0F3B-4963-BBD85A35CFF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801655" y="4970340"/>
                  <a:ext cx="2548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E1DB77E-EC10-E82D-152C-69CA546DC5A0}"/>
                    </a:ext>
                  </a:extLst>
                </p14:cNvPr>
                <p14:cNvContentPartPr/>
                <p14:nvPr/>
              </p14:nvContentPartPr>
              <p14:xfrm>
                <a:off x="1421055" y="4676220"/>
                <a:ext cx="55800" cy="194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E1DB77E-EC10-E82D-152C-69CA546DC5A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412055" y="4667580"/>
                  <a:ext cx="73440" cy="3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5371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CBF5B-C778-35E3-307B-DCBD7412D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629A-C1FD-0FDE-8B80-B72F3B45F3E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Case study: Additive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1E495-F998-62CE-A43F-036EFD0F9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1FE833-CF96-71C9-572B-8210E0D2B44F}"/>
              </a:ext>
            </a:extLst>
          </p:cNvPr>
          <p:cNvSpPr txBox="1"/>
          <p:nvPr/>
        </p:nvSpPr>
        <p:spPr>
          <a:xfrm>
            <a:off x="3805860" y="2684331"/>
            <a:ext cx="8052765" cy="14465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400" dirty="0"/>
              <a:t>to the process parameters of the AM equipment.</a:t>
            </a:r>
            <a:endParaRPr lang="en-US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92906B-82E3-8253-A0B1-BA35A1A64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4738"/>
            <a:ext cx="8617393" cy="4826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1D94EE2-A5AB-CD59-21DF-8EED898B057C}"/>
                  </a:ext>
                </a:extLst>
              </p14:cNvPr>
              <p14:cNvContentPartPr/>
              <p14:nvPr/>
            </p14:nvContentPartPr>
            <p14:xfrm>
              <a:off x="3404715" y="2850813"/>
              <a:ext cx="231120" cy="5860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1D94EE2-A5AB-CD59-21DF-8EED898B05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6715" y="2832813"/>
                <a:ext cx="266760" cy="62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39B5CD3B-4B01-B0E0-41B1-4D65CCC44B42}"/>
              </a:ext>
            </a:extLst>
          </p:cNvPr>
          <p:cNvGrpSpPr/>
          <p:nvPr/>
        </p:nvGrpSpPr>
        <p:grpSpPr>
          <a:xfrm>
            <a:off x="1312470" y="2020873"/>
            <a:ext cx="9228015" cy="1447353"/>
            <a:chOff x="2541367" y="2843922"/>
            <a:chExt cx="9228015" cy="1447353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5D963C9-7CDB-A9C6-3E4A-9D3294785498}"/>
                    </a:ext>
                  </a:extLst>
                </p14:cNvPr>
                <p14:cNvContentPartPr/>
                <p14:nvPr/>
              </p14:nvContentPartPr>
              <p14:xfrm>
                <a:off x="3807307" y="3726435"/>
                <a:ext cx="310320" cy="5166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5D963C9-7CDB-A9C6-3E4A-9D329478549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89286" y="3708422"/>
                  <a:ext cx="346001" cy="5522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EBCCC7-9769-E61B-E53D-582EF6772658}"/>
                    </a:ext>
                  </a:extLst>
                </p14:cNvPr>
                <p14:cNvContentPartPr/>
                <p14:nvPr/>
              </p14:nvContentPartPr>
              <p14:xfrm>
                <a:off x="4236787" y="3711315"/>
                <a:ext cx="226800" cy="524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EBCCC7-9769-E61B-E53D-582EF677265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18787" y="3693315"/>
                  <a:ext cx="26244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7C62C00-BC21-FE53-D315-4C5790E7FA5F}"/>
                    </a:ext>
                  </a:extLst>
                </p14:cNvPr>
                <p14:cNvContentPartPr/>
                <p14:nvPr/>
              </p14:nvContentPartPr>
              <p14:xfrm>
                <a:off x="10832662" y="2903322"/>
                <a:ext cx="227520" cy="448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7C62C00-BC21-FE53-D315-4C5790E7FA5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814662" y="2885322"/>
                  <a:ext cx="26316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1054A0-C569-D1D1-06D5-5331CE699A9A}"/>
                    </a:ext>
                  </a:extLst>
                </p14:cNvPr>
                <p14:cNvContentPartPr/>
                <p14:nvPr/>
              </p14:nvContentPartPr>
              <p14:xfrm>
                <a:off x="11176462" y="2902602"/>
                <a:ext cx="252360" cy="430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1054A0-C569-D1D1-06D5-5331CE699A9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158436" y="2884602"/>
                  <a:ext cx="288051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9B68A5A-4AC1-2B85-04BB-2F597D6A757D}"/>
                    </a:ext>
                  </a:extLst>
                </p14:cNvPr>
                <p14:cNvContentPartPr/>
                <p14:nvPr/>
              </p14:nvContentPartPr>
              <p14:xfrm>
                <a:off x="11531422" y="2843922"/>
                <a:ext cx="237960" cy="4424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9B68A5A-4AC1-2B85-04BB-2F597D6A757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513395" y="2825922"/>
                  <a:ext cx="273654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147DC21-BF39-0DEA-A511-1BC4773095C2}"/>
                    </a:ext>
                  </a:extLst>
                </p14:cNvPr>
                <p14:cNvContentPartPr/>
                <p14:nvPr/>
              </p14:nvContentPartPr>
              <p14:xfrm>
                <a:off x="2541367" y="3846675"/>
                <a:ext cx="169200" cy="420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147DC21-BF39-0DEA-A511-1BC4773095C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523367" y="3828675"/>
                  <a:ext cx="2048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8CF9F8A-6241-4F70-F60D-9BFF7E51DE66}"/>
                    </a:ext>
                  </a:extLst>
                </p14:cNvPr>
                <p14:cNvContentPartPr/>
                <p14:nvPr/>
              </p14:nvContentPartPr>
              <p14:xfrm>
                <a:off x="2866447" y="3774315"/>
                <a:ext cx="290880" cy="241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8CF9F8A-6241-4F70-F60D-9BFF7E51DE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48447" y="3756315"/>
                  <a:ext cx="3265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AF1CC35-9762-6818-5AA2-B191DF27E6D9}"/>
                    </a:ext>
                  </a:extLst>
                </p14:cNvPr>
                <p14:cNvContentPartPr/>
                <p14:nvPr/>
              </p14:nvContentPartPr>
              <p14:xfrm>
                <a:off x="3064087" y="3881595"/>
                <a:ext cx="35640" cy="293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AF1CC35-9762-6818-5AA2-B191DF27E6D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046087" y="3863595"/>
                  <a:ext cx="712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48CF28D-8E85-8E8C-EBD3-DA5FDD788E3B}"/>
                    </a:ext>
                  </a:extLst>
                </p14:cNvPr>
                <p14:cNvContentPartPr/>
                <p14:nvPr/>
              </p14:nvContentPartPr>
              <p14:xfrm>
                <a:off x="3170647" y="3677835"/>
                <a:ext cx="344880" cy="613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48CF28D-8E85-8E8C-EBD3-DA5FDD788E3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2647" y="3659835"/>
                  <a:ext cx="380520" cy="6490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74A88F07-7DA3-7CEB-ECFA-1B93029EE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6560" y="4506904"/>
            <a:ext cx="1949450" cy="194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528390A-E05B-307E-BADA-D98B9974AFC0}"/>
              </a:ext>
            </a:extLst>
          </p:cNvPr>
          <p:cNvSpPr/>
          <p:nvPr/>
        </p:nvSpPr>
        <p:spPr>
          <a:xfrm>
            <a:off x="981840" y="5019964"/>
            <a:ext cx="78747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Observational screening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C58D62-91AF-567A-92E9-B2B7A6B5FEFB}"/>
              </a:ext>
            </a:extLst>
          </p:cNvPr>
          <p:cNvSpPr txBox="1"/>
          <p:nvPr/>
        </p:nvSpPr>
        <p:spPr>
          <a:xfrm>
            <a:off x="7626322" y="3577227"/>
            <a:ext cx="39548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</a:rPr>
              <a:t>They told us what the three Vs are </a:t>
            </a:r>
            <a:r>
              <a:rPr lang="en-US" dirty="0">
                <a:solidFill>
                  <a:srgbClr val="FFFF00"/>
                </a:solidFill>
              </a:rPr>
              <a:t>btw</a:t>
            </a:r>
          </a:p>
        </p:txBody>
      </p:sp>
    </p:spTree>
    <p:extLst>
      <p:ext uri="{BB962C8B-B14F-4D97-AF65-F5344CB8AC3E}">
        <p14:creationId xmlns:p14="http://schemas.microsoft.com/office/powerpoint/2010/main" val="382537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8532-856C-1A46-9A53-64B924F5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B8EB-3563-E6AE-82DC-7314F388829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/>
          <a:lstStyle/>
          <a:p>
            <a:r>
              <a:rPr lang="en-US" b="1" dirty="0"/>
              <a:t>Case study: Additive manufacturing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6E73E-C3F0-C6F8-5A94-1161A09A0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17</a:t>
            </a:fld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D0A991-A39F-D48F-AC73-9E935F226292}"/>
              </a:ext>
            </a:extLst>
          </p:cNvPr>
          <p:cNvSpPr txBox="1"/>
          <p:nvPr/>
        </p:nvSpPr>
        <p:spPr>
          <a:xfrm>
            <a:off x="114299" y="2400304"/>
            <a:ext cx="8201026" cy="1323439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 dirty="0"/>
              <a:t>Now call the three Vs Factors 1, 2, 3 for confidentiality in</a:t>
            </a:r>
            <a:endParaRPr lang="en-US" sz="32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5B3585B-32D1-6168-C078-D0BCCF432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625" y="3130622"/>
            <a:ext cx="6576176" cy="84130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4F9E0B3E-62E5-B982-F334-882E457E5443}"/>
              </a:ext>
            </a:extLst>
          </p:cNvPr>
          <p:cNvSpPr txBox="1"/>
          <p:nvPr/>
        </p:nvSpPr>
        <p:spPr>
          <a:xfrm>
            <a:off x="1" y="4454061"/>
            <a:ext cx="11217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2</a:t>
            </a:r>
            <a:r>
              <a:rPr lang="en-US" sz="3200" baseline="30000" dirty="0"/>
              <a:t>3</a:t>
            </a:r>
            <a:r>
              <a:rPr lang="en-US" sz="3200" dirty="0"/>
              <a:t> full factorial design (two numerical settings for each factor). No replications due to the</a:t>
            </a:r>
          </a:p>
        </p:txBody>
      </p:sp>
      <p:pic>
        <p:nvPicPr>
          <p:cNvPr id="5122" name="Picture 2" descr="COST Sign With Green Letters On Isolated White Background Stock Photo,  Picture and Royalty Free Image. Image 14687956.">
            <a:extLst>
              <a:ext uri="{FF2B5EF4-FFF2-40B4-BE49-F238E27FC236}">
                <a16:creationId xmlns:a16="http://schemas.microsoft.com/office/drawing/2014/main" id="{DF4B96E1-7518-47C4-8379-4EF95B815C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4" t="26625" r="6538" b="26884"/>
          <a:stretch>
            <a:fillRect/>
          </a:stretch>
        </p:blipFill>
        <p:spPr bwMode="auto">
          <a:xfrm>
            <a:off x="4641625" y="4916392"/>
            <a:ext cx="1695450" cy="68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05298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90CD-1CCD-6335-AA09-2D706D67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10B466-1F56-8267-0D4E-E01A0C2A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717EF-08D9-B276-239E-AF012D96A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06"/>
            <a:ext cx="5976701" cy="48633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436120-E518-E1FB-90A8-63A0D84B2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030" y="76235"/>
            <a:ext cx="6216970" cy="17399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A9C316-236A-82C1-AEF1-23BD5C45DBF1}"/>
              </a:ext>
            </a:extLst>
          </p:cNvPr>
          <p:cNvSpPr txBox="1"/>
          <p:nvPr/>
        </p:nvSpPr>
        <p:spPr>
          <a:xfrm>
            <a:off x="6248402" y="2581309"/>
            <a:ext cx="582787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The main effects of Factors </a:t>
            </a:r>
            <a:r>
              <a:rPr lang="en-US" sz="2800" dirty="0">
                <a:highlight>
                  <a:srgbClr val="FFFF00"/>
                </a:highlight>
              </a:rPr>
              <a:t>2</a:t>
            </a:r>
            <a:r>
              <a:rPr lang="en-US" sz="2800" dirty="0"/>
              <a:t> and </a:t>
            </a:r>
            <a:r>
              <a:rPr lang="en-US" sz="2800" dirty="0">
                <a:highlight>
                  <a:srgbClr val="FFFF00"/>
                </a:highlight>
              </a:rPr>
              <a:t>3</a:t>
            </a:r>
            <a:r>
              <a:rPr lang="en-US" sz="2800" dirty="0"/>
              <a:t> are </a:t>
            </a:r>
            <a:r>
              <a:rPr lang="en-US" sz="2800" u="sng" dirty="0"/>
              <a:t>tentatively</a:t>
            </a:r>
            <a:r>
              <a:rPr lang="en-US" sz="2800" dirty="0"/>
              <a:t> identified as significant.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A60CA4-1806-11FF-ADFC-AF9FB610363B}"/>
              </a:ext>
            </a:extLst>
          </p:cNvPr>
          <p:cNvSpPr/>
          <p:nvPr/>
        </p:nvSpPr>
        <p:spPr>
          <a:xfrm>
            <a:off x="2676525" y="5041777"/>
            <a:ext cx="564165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Experimentation</a:t>
            </a:r>
            <a:endParaRPr lang="en-US" sz="5400" b="1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1B44CE7-3605-DCA9-92CA-4A5DEA6CA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7612" y="4406900"/>
            <a:ext cx="1949450" cy="194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898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FC9CC-BB6C-C373-C986-A6ECC21AD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D635B-1EE5-ACEF-9C54-BE67BD132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825625"/>
            <a:ext cx="11306175" cy="4351338"/>
          </a:xfrm>
        </p:spPr>
        <p:txBody>
          <a:bodyPr/>
          <a:lstStyle/>
          <a:p>
            <a:r>
              <a:rPr lang="en-US" dirty="0"/>
              <a:t>Pure randomized experiments are infeasible in complex manufacturing</a:t>
            </a:r>
          </a:p>
          <a:p>
            <a:r>
              <a:rPr lang="en-US" dirty="0"/>
              <a:t>Pure observational causality tools also struggle with high-dimensional processes</a:t>
            </a:r>
          </a:p>
          <a:p>
            <a:pPr marL="0" indent="0">
              <a:buNone/>
            </a:pPr>
            <a:r>
              <a:rPr lang="en-US" dirty="0"/>
              <a:t>So they propose:</a:t>
            </a:r>
          </a:p>
          <a:p>
            <a:r>
              <a:rPr lang="en-US" dirty="0"/>
              <a:t>Use </a:t>
            </a:r>
            <a:r>
              <a:rPr lang="en-US" b="1" dirty="0"/>
              <a:t>observational data</a:t>
            </a:r>
            <a:r>
              <a:rPr lang="en-US" dirty="0"/>
              <a:t> for screening + </a:t>
            </a:r>
            <a:r>
              <a:rPr lang="en-US" b="1" dirty="0"/>
              <a:t>experiments</a:t>
            </a:r>
            <a:r>
              <a:rPr lang="en-US" dirty="0"/>
              <a:t> for confirmation</a:t>
            </a:r>
          </a:p>
          <a:p>
            <a:r>
              <a:rPr lang="en-US" dirty="0"/>
              <a:t>Move from descriptive → predictive → prescriptive models</a:t>
            </a:r>
          </a:p>
          <a:p>
            <a:r>
              <a:rPr lang="en-US" dirty="0"/>
              <a:t>Combine data with domain expertise to enable causal learning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A106-890F-019B-A65F-3125F1CD7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921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72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21347-664A-3746-5DAD-9FDEF16BA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EEF4F2-B3C6-44D1-5156-0305FA75F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20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D942C-0CA3-F0CF-32D0-CA83626BB265}"/>
              </a:ext>
            </a:extLst>
          </p:cNvPr>
          <p:cNvSpPr/>
          <p:nvPr/>
        </p:nvSpPr>
        <p:spPr>
          <a:xfrm>
            <a:off x="119063" y="139263"/>
            <a:ext cx="11953874" cy="62170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99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  <a:endParaRPr 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8871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4E616-2F89-55B9-06DD-F25F1B15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B8B9C-700E-88E7-D58A-2382F5FE1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Presented Paper: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Rotari, M., &amp; </a:t>
            </a:r>
            <a:r>
              <a:rPr lang="en-US" dirty="0" err="1"/>
              <a:t>Kulahci</a:t>
            </a:r>
            <a:r>
              <a:rPr lang="en-US" dirty="0"/>
              <a:t>, M. (2025). Correlation to causality. </a:t>
            </a:r>
            <a:r>
              <a:rPr lang="en-US" i="1" dirty="0"/>
              <a:t>Quality Engineering</a:t>
            </a:r>
            <a:r>
              <a:rPr lang="en-US" dirty="0"/>
              <a:t>, </a:t>
            </a:r>
            <a:r>
              <a:rPr lang="en-US" i="1" dirty="0"/>
              <a:t>37</a:t>
            </a:r>
            <a:r>
              <a:rPr lang="en-US" dirty="0"/>
              <a:t>(1), 162-172.</a:t>
            </a:r>
          </a:p>
          <a:p>
            <a:pPr marL="0" indent="0">
              <a:buNone/>
            </a:pPr>
            <a:r>
              <a:rPr lang="en-US" dirty="0"/>
              <a:t>Others: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Brown, S. F., Schultz, B. D., Clickner, R. P., &amp; Weitz, S. (2020). Data Analysis of Lead in Soil (HUD Survey Data). In </a:t>
            </a:r>
            <a:r>
              <a:rPr lang="en-US" i="1" dirty="0"/>
              <a:t>Lead Poisoning</a:t>
            </a:r>
            <a:r>
              <a:rPr lang="en-US" dirty="0"/>
              <a:t> (pp. 13-19). CRC Press.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https://anyonego.com/what-exactly-is-3d-printing-and-why-is-it-so-cool/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DDE36-BC21-C134-446A-7033B266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4D104-F78B-4403-AC63-EC2799B4997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89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2284</TotalTime>
  <Words>685</Words>
  <Application>Microsoft Office PowerPoint</Application>
  <PresentationFormat>Widescreen</PresentationFormat>
  <Paragraphs>94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Aptos Slab Light</vt:lpstr>
      <vt:lpstr>Arial</vt:lpstr>
      <vt:lpstr>Bahnschrift SemiCondensed</vt:lpstr>
      <vt:lpstr>Raleway</vt:lpstr>
      <vt:lpstr>Wingdings</vt:lpstr>
      <vt:lpstr>Office Theme</vt:lpstr>
      <vt:lpstr>Correlation to Causality</vt:lpstr>
      <vt:lpstr>PowerPoint Presentation</vt:lpstr>
      <vt:lpstr>PowerPoint Presentation</vt:lpstr>
      <vt:lpstr>PowerPoint Presentation</vt:lpstr>
      <vt:lpstr>Observational data breaks this simple link</vt:lpstr>
      <vt:lpstr>Proposed approach</vt:lpstr>
      <vt:lpstr>Step 1. What do we have now?</vt:lpstr>
      <vt:lpstr>Step 2. What else can we do?</vt:lpstr>
      <vt:lpstr>Case study: Additive manufacturing (AM)</vt:lpstr>
      <vt:lpstr>Case study: Additive manufacturing</vt:lpstr>
      <vt:lpstr>PowerPoint Presentation</vt:lpstr>
      <vt:lpstr>PowerPoint Presentation</vt:lpstr>
      <vt:lpstr>Case study: Additive manufacturing</vt:lpstr>
      <vt:lpstr>PowerPoint Presentation</vt:lpstr>
      <vt:lpstr>Case study: Additive manufacturing</vt:lpstr>
      <vt:lpstr>Case study: Additive manufacturing</vt:lpstr>
      <vt:lpstr>Case study: Additive manufacturing</vt:lpstr>
      <vt:lpstr>PowerPoint Presentation</vt:lpstr>
      <vt:lpstr>Conclusion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Selim Suleymanoglu</dc:creator>
  <cp:lastModifiedBy>Selim Suleymanoglu</cp:lastModifiedBy>
  <cp:revision>15</cp:revision>
  <dcterms:created xsi:type="dcterms:W3CDTF">2025-07-21T22:28:05Z</dcterms:created>
  <dcterms:modified xsi:type="dcterms:W3CDTF">2026-01-30T19:03:35Z</dcterms:modified>
</cp:coreProperties>
</file>
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4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362" r:id="rId2"/>
    <p:sldId id="260" r:id="rId3"/>
    <p:sldId id="509" r:id="rId4"/>
    <p:sldId id="521" r:id="rId5"/>
    <p:sldId id="515" r:id="rId6"/>
    <p:sldId id="522" r:id="rId7"/>
    <p:sldId id="513" r:id="rId8"/>
    <p:sldId id="514" r:id="rId9"/>
    <p:sldId id="520" r:id="rId10"/>
    <p:sldId id="516" r:id="rId11"/>
    <p:sldId id="517" r:id="rId12"/>
    <p:sldId id="518" r:id="rId13"/>
    <p:sldId id="519" r:id="rId14"/>
    <p:sldId id="477" r:id="rId15"/>
    <p:sldId id="361" r:id="rId16"/>
    <p:sldId id="37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581" autoAdjust="0"/>
  </p:normalViewPr>
  <p:slideViewPr>
    <p:cSldViewPr snapToGrid="0">
      <p:cViewPr varScale="1">
        <p:scale>
          <a:sx n="72" d="100"/>
          <a:sy n="72" d="100"/>
        </p:scale>
        <p:origin x="110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C4F383-4A32-4EC6-9668-74EF0B18975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75EA66-A219-4BCF-8FA7-076F9447BD6D}">
      <dgm:prSet/>
      <dgm:spPr/>
      <dgm:t>
        <a:bodyPr/>
        <a:lstStyle/>
        <a:p>
          <a:r>
            <a:rPr lang="en-US"/>
            <a:t>Background</a:t>
          </a:r>
        </a:p>
      </dgm:t>
    </dgm:pt>
    <dgm:pt modelId="{8B837760-7D8C-4FED-A038-99F9B0700676}" type="parTrans" cxnId="{1EA600D8-EDCB-4CD6-8A22-026ADC2AD31A}">
      <dgm:prSet/>
      <dgm:spPr/>
      <dgm:t>
        <a:bodyPr/>
        <a:lstStyle/>
        <a:p>
          <a:endParaRPr lang="en-US"/>
        </a:p>
      </dgm:t>
    </dgm:pt>
    <dgm:pt modelId="{09B8B4F4-78D5-47C6-BCE4-52EE81C7F33B}" type="sibTrans" cxnId="{1EA600D8-EDCB-4CD6-8A22-026ADC2AD31A}">
      <dgm:prSet/>
      <dgm:spPr/>
      <dgm:t>
        <a:bodyPr/>
        <a:lstStyle/>
        <a:p>
          <a:endParaRPr lang="en-US"/>
        </a:p>
      </dgm:t>
    </dgm:pt>
    <dgm:pt modelId="{CA31F3C0-04C8-44D6-9EE4-DB0562749E42}">
      <dgm:prSet/>
      <dgm:spPr/>
      <dgm:t>
        <a:bodyPr/>
        <a:lstStyle/>
        <a:p>
          <a:r>
            <a:rPr lang="en-US"/>
            <a:t>Data Details</a:t>
          </a:r>
        </a:p>
      </dgm:t>
    </dgm:pt>
    <dgm:pt modelId="{C3748032-2B48-467C-9677-85B5386F314B}" type="parTrans" cxnId="{AD604F88-3A19-4217-B792-026124E02FC4}">
      <dgm:prSet/>
      <dgm:spPr/>
      <dgm:t>
        <a:bodyPr/>
        <a:lstStyle/>
        <a:p>
          <a:endParaRPr lang="en-US"/>
        </a:p>
      </dgm:t>
    </dgm:pt>
    <dgm:pt modelId="{2F6CEEC1-C8C2-4ECC-887D-57EB9BBF5511}" type="sibTrans" cxnId="{AD604F88-3A19-4217-B792-026124E02FC4}">
      <dgm:prSet/>
      <dgm:spPr/>
      <dgm:t>
        <a:bodyPr/>
        <a:lstStyle/>
        <a:p>
          <a:endParaRPr lang="en-US"/>
        </a:p>
      </dgm:t>
    </dgm:pt>
    <dgm:pt modelId="{B633B4C8-F94E-4449-8301-5D852358B5A7}">
      <dgm:prSet/>
      <dgm:spPr/>
      <dgm:t>
        <a:bodyPr/>
        <a:lstStyle/>
        <a:p>
          <a:r>
            <a:rPr lang="en-US"/>
            <a:t>Model Details</a:t>
          </a:r>
        </a:p>
      </dgm:t>
    </dgm:pt>
    <dgm:pt modelId="{CC918D66-BCBC-4DE0-8157-B3CDEF27E303}" type="parTrans" cxnId="{E6C804A5-6A20-4A89-89D8-159B166E6293}">
      <dgm:prSet/>
      <dgm:spPr/>
      <dgm:t>
        <a:bodyPr/>
        <a:lstStyle/>
        <a:p>
          <a:endParaRPr lang="en-US"/>
        </a:p>
      </dgm:t>
    </dgm:pt>
    <dgm:pt modelId="{A2F5A020-D4DB-47FB-9735-DDE582BCD14D}" type="sibTrans" cxnId="{E6C804A5-6A20-4A89-89D8-159B166E6293}">
      <dgm:prSet/>
      <dgm:spPr/>
      <dgm:t>
        <a:bodyPr/>
        <a:lstStyle/>
        <a:p>
          <a:endParaRPr lang="en-US"/>
        </a:p>
      </dgm:t>
    </dgm:pt>
    <dgm:pt modelId="{4637E81C-ED3B-4304-8191-E579C01DBB8F}">
      <dgm:prSet/>
      <dgm:spPr/>
      <dgm:t>
        <a:bodyPr/>
        <a:lstStyle/>
        <a:p>
          <a:r>
            <a:rPr lang="en-US"/>
            <a:t>Performance</a:t>
          </a:r>
        </a:p>
      </dgm:t>
    </dgm:pt>
    <dgm:pt modelId="{D8342A39-1708-4F97-9A40-C1F00232B31D}" type="parTrans" cxnId="{13F0F4A6-FBCF-4A74-AB80-11AA8CB9C4B2}">
      <dgm:prSet/>
      <dgm:spPr/>
      <dgm:t>
        <a:bodyPr/>
        <a:lstStyle/>
        <a:p>
          <a:endParaRPr lang="en-US"/>
        </a:p>
      </dgm:t>
    </dgm:pt>
    <dgm:pt modelId="{8864877B-C5A0-4B5D-9D4C-DE522F19D4FF}" type="sibTrans" cxnId="{13F0F4A6-FBCF-4A74-AB80-11AA8CB9C4B2}">
      <dgm:prSet/>
      <dgm:spPr/>
      <dgm:t>
        <a:bodyPr/>
        <a:lstStyle/>
        <a:p>
          <a:endParaRPr lang="en-US"/>
        </a:p>
      </dgm:t>
    </dgm:pt>
    <dgm:pt modelId="{88C26D5D-D467-432D-9526-566E6970B612}">
      <dgm:prSet/>
      <dgm:spPr/>
      <dgm:t>
        <a:bodyPr/>
        <a:lstStyle/>
        <a:p>
          <a:r>
            <a:rPr lang="en-US"/>
            <a:t>Limitations</a:t>
          </a:r>
        </a:p>
      </dgm:t>
    </dgm:pt>
    <dgm:pt modelId="{84C004D5-8695-4693-9070-DB96474C5E75}" type="parTrans" cxnId="{C0934976-6FE4-475B-BFF6-EECC25D2C87E}">
      <dgm:prSet/>
      <dgm:spPr/>
      <dgm:t>
        <a:bodyPr/>
        <a:lstStyle/>
        <a:p>
          <a:endParaRPr lang="en-US"/>
        </a:p>
      </dgm:t>
    </dgm:pt>
    <dgm:pt modelId="{1A5A4C28-B6F6-4C64-BF5F-6AF83F6E218B}" type="sibTrans" cxnId="{C0934976-6FE4-475B-BFF6-EECC25D2C87E}">
      <dgm:prSet/>
      <dgm:spPr/>
      <dgm:t>
        <a:bodyPr/>
        <a:lstStyle/>
        <a:p>
          <a:endParaRPr lang="en-US"/>
        </a:p>
      </dgm:t>
    </dgm:pt>
    <dgm:pt modelId="{E465ECD6-B74F-4B1E-A2A8-7655AB9E9084}">
      <dgm:prSet/>
      <dgm:spPr/>
      <dgm:t>
        <a:bodyPr/>
        <a:lstStyle/>
        <a:p>
          <a:r>
            <a:rPr lang="en-US"/>
            <a:t>Discussion</a:t>
          </a:r>
        </a:p>
      </dgm:t>
    </dgm:pt>
    <dgm:pt modelId="{CBF38C19-D2A4-42B8-A0B0-BAA6919DE7C4}" type="parTrans" cxnId="{A6AA590F-4EFC-49B5-9F95-2A2661142BBE}">
      <dgm:prSet/>
      <dgm:spPr/>
      <dgm:t>
        <a:bodyPr/>
        <a:lstStyle/>
        <a:p>
          <a:endParaRPr lang="en-US"/>
        </a:p>
      </dgm:t>
    </dgm:pt>
    <dgm:pt modelId="{B45E4BF5-2468-47FB-BAF3-BAFBFB38BE92}" type="sibTrans" cxnId="{A6AA590F-4EFC-49B5-9F95-2A2661142BBE}">
      <dgm:prSet/>
      <dgm:spPr/>
      <dgm:t>
        <a:bodyPr/>
        <a:lstStyle/>
        <a:p>
          <a:endParaRPr lang="en-US"/>
        </a:p>
      </dgm:t>
    </dgm:pt>
    <dgm:pt modelId="{B3ECC666-B040-4DB3-8387-41E698BEE32E}" type="pres">
      <dgm:prSet presAssocID="{6EC4F383-4A32-4EC6-9668-74EF0B1897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72FE66E-74E5-4995-9C86-7ADE90AFE9AF}" type="pres">
      <dgm:prSet presAssocID="{2D75EA66-A219-4BCF-8FA7-076F9447BD6D}" presName="hierRoot1" presStyleCnt="0"/>
      <dgm:spPr/>
    </dgm:pt>
    <dgm:pt modelId="{81E047FB-80D5-400C-B8C0-F0F89E3DCEC5}" type="pres">
      <dgm:prSet presAssocID="{2D75EA66-A219-4BCF-8FA7-076F9447BD6D}" presName="composite" presStyleCnt="0"/>
      <dgm:spPr/>
    </dgm:pt>
    <dgm:pt modelId="{50DB8394-8065-489B-8A0A-833B3904CF8F}" type="pres">
      <dgm:prSet presAssocID="{2D75EA66-A219-4BCF-8FA7-076F9447BD6D}" presName="background" presStyleLbl="node0" presStyleIdx="0" presStyleCnt="6"/>
      <dgm:spPr/>
    </dgm:pt>
    <dgm:pt modelId="{44B1FFB5-6761-4140-967B-7CD52473FFC0}" type="pres">
      <dgm:prSet presAssocID="{2D75EA66-A219-4BCF-8FA7-076F9447BD6D}" presName="text" presStyleLbl="fgAcc0" presStyleIdx="0" presStyleCnt="6">
        <dgm:presLayoutVars>
          <dgm:chPref val="3"/>
        </dgm:presLayoutVars>
      </dgm:prSet>
      <dgm:spPr/>
    </dgm:pt>
    <dgm:pt modelId="{68C0ACF9-6547-437F-B3B1-CD802BDBB65C}" type="pres">
      <dgm:prSet presAssocID="{2D75EA66-A219-4BCF-8FA7-076F9447BD6D}" presName="hierChild2" presStyleCnt="0"/>
      <dgm:spPr/>
    </dgm:pt>
    <dgm:pt modelId="{A8F2C94E-086A-44AD-8BA5-3C1DF8272007}" type="pres">
      <dgm:prSet presAssocID="{CA31F3C0-04C8-44D6-9EE4-DB0562749E42}" presName="hierRoot1" presStyleCnt="0"/>
      <dgm:spPr/>
    </dgm:pt>
    <dgm:pt modelId="{534306BA-E762-43CF-83E5-D3E4D6964791}" type="pres">
      <dgm:prSet presAssocID="{CA31F3C0-04C8-44D6-9EE4-DB0562749E42}" presName="composite" presStyleCnt="0"/>
      <dgm:spPr/>
    </dgm:pt>
    <dgm:pt modelId="{71F729D4-B262-425F-9EFF-433C8C2A00ED}" type="pres">
      <dgm:prSet presAssocID="{CA31F3C0-04C8-44D6-9EE4-DB0562749E42}" presName="background" presStyleLbl="node0" presStyleIdx="1" presStyleCnt="6"/>
      <dgm:spPr/>
    </dgm:pt>
    <dgm:pt modelId="{D4CF1116-2DCE-4213-8375-0301575973A5}" type="pres">
      <dgm:prSet presAssocID="{CA31F3C0-04C8-44D6-9EE4-DB0562749E42}" presName="text" presStyleLbl="fgAcc0" presStyleIdx="1" presStyleCnt="6">
        <dgm:presLayoutVars>
          <dgm:chPref val="3"/>
        </dgm:presLayoutVars>
      </dgm:prSet>
      <dgm:spPr/>
    </dgm:pt>
    <dgm:pt modelId="{BBC5D6A2-420B-4534-99F6-C9989D5CD029}" type="pres">
      <dgm:prSet presAssocID="{CA31F3C0-04C8-44D6-9EE4-DB0562749E42}" presName="hierChild2" presStyleCnt="0"/>
      <dgm:spPr/>
    </dgm:pt>
    <dgm:pt modelId="{739D2FF2-0B03-4E80-84F4-5515D1C9396E}" type="pres">
      <dgm:prSet presAssocID="{B633B4C8-F94E-4449-8301-5D852358B5A7}" presName="hierRoot1" presStyleCnt="0"/>
      <dgm:spPr/>
    </dgm:pt>
    <dgm:pt modelId="{799B6F09-5394-447A-BB34-801216C8DC17}" type="pres">
      <dgm:prSet presAssocID="{B633B4C8-F94E-4449-8301-5D852358B5A7}" presName="composite" presStyleCnt="0"/>
      <dgm:spPr/>
    </dgm:pt>
    <dgm:pt modelId="{C01D6B0A-6007-4CBF-A9A9-466B83FED2B4}" type="pres">
      <dgm:prSet presAssocID="{B633B4C8-F94E-4449-8301-5D852358B5A7}" presName="background" presStyleLbl="node0" presStyleIdx="2" presStyleCnt="6"/>
      <dgm:spPr/>
    </dgm:pt>
    <dgm:pt modelId="{501FCC5A-92E0-4D89-B5A5-05013D16066C}" type="pres">
      <dgm:prSet presAssocID="{B633B4C8-F94E-4449-8301-5D852358B5A7}" presName="text" presStyleLbl="fgAcc0" presStyleIdx="2" presStyleCnt="6">
        <dgm:presLayoutVars>
          <dgm:chPref val="3"/>
        </dgm:presLayoutVars>
      </dgm:prSet>
      <dgm:spPr/>
    </dgm:pt>
    <dgm:pt modelId="{9CEBE2EF-2E98-44B6-92A8-69972B6EC8A7}" type="pres">
      <dgm:prSet presAssocID="{B633B4C8-F94E-4449-8301-5D852358B5A7}" presName="hierChild2" presStyleCnt="0"/>
      <dgm:spPr/>
    </dgm:pt>
    <dgm:pt modelId="{FA49194F-8213-4563-9DAE-0FF92943C51B}" type="pres">
      <dgm:prSet presAssocID="{4637E81C-ED3B-4304-8191-E579C01DBB8F}" presName="hierRoot1" presStyleCnt="0"/>
      <dgm:spPr/>
    </dgm:pt>
    <dgm:pt modelId="{8B9D5B67-A176-41B4-B5A6-38383F373068}" type="pres">
      <dgm:prSet presAssocID="{4637E81C-ED3B-4304-8191-E579C01DBB8F}" presName="composite" presStyleCnt="0"/>
      <dgm:spPr/>
    </dgm:pt>
    <dgm:pt modelId="{13394B8B-177A-4C1F-9F76-3767F2D0D54C}" type="pres">
      <dgm:prSet presAssocID="{4637E81C-ED3B-4304-8191-E579C01DBB8F}" presName="background" presStyleLbl="node0" presStyleIdx="3" presStyleCnt="6"/>
      <dgm:spPr/>
    </dgm:pt>
    <dgm:pt modelId="{0655F9EA-0E1A-4BED-87B4-F069D9204B49}" type="pres">
      <dgm:prSet presAssocID="{4637E81C-ED3B-4304-8191-E579C01DBB8F}" presName="text" presStyleLbl="fgAcc0" presStyleIdx="3" presStyleCnt="6">
        <dgm:presLayoutVars>
          <dgm:chPref val="3"/>
        </dgm:presLayoutVars>
      </dgm:prSet>
      <dgm:spPr/>
    </dgm:pt>
    <dgm:pt modelId="{6EC64966-0E46-4EE0-A934-D1CC94C6C1EF}" type="pres">
      <dgm:prSet presAssocID="{4637E81C-ED3B-4304-8191-E579C01DBB8F}" presName="hierChild2" presStyleCnt="0"/>
      <dgm:spPr/>
    </dgm:pt>
    <dgm:pt modelId="{1A63627C-DA48-43FF-BB80-30169C30EB70}" type="pres">
      <dgm:prSet presAssocID="{88C26D5D-D467-432D-9526-566E6970B612}" presName="hierRoot1" presStyleCnt="0"/>
      <dgm:spPr/>
    </dgm:pt>
    <dgm:pt modelId="{D364DD4E-6DB8-4B07-9E75-79B8DDB1F902}" type="pres">
      <dgm:prSet presAssocID="{88C26D5D-D467-432D-9526-566E6970B612}" presName="composite" presStyleCnt="0"/>
      <dgm:spPr/>
    </dgm:pt>
    <dgm:pt modelId="{804C108B-B945-4E1A-8AEA-73714D5F4915}" type="pres">
      <dgm:prSet presAssocID="{88C26D5D-D467-432D-9526-566E6970B612}" presName="background" presStyleLbl="node0" presStyleIdx="4" presStyleCnt="6"/>
      <dgm:spPr/>
    </dgm:pt>
    <dgm:pt modelId="{FCD8730F-3023-4D43-B349-3B661BE15569}" type="pres">
      <dgm:prSet presAssocID="{88C26D5D-D467-432D-9526-566E6970B612}" presName="text" presStyleLbl="fgAcc0" presStyleIdx="4" presStyleCnt="6">
        <dgm:presLayoutVars>
          <dgm:chPref val="3"/>
        </dgm:presLayoutVars>
      </dgm:prSet>
      <dgm:spPr/>
    </dgm:pt>
    <dgm:pt modelId="{8803C3BF-3D22-49E2-98A5-5A5900BC9C43}" type="pres">
      <dgm:prSet presAssocID="{88C26D5D-D467-432D-9526-566E6970B612}" presName="hierChild2" presStyleCnt="0"/>
      <dgm:spPr/>
    </dgm:pt>
    <dgm:pt modelId="{F06BB00C-D334-4CE2-BB14-C26960872CDD}" type="pres">
      <dgm:prSet presAssocID="{E465ECD6-B74F-4B1E-A2A8-7655AB9E9084}" presName="hierRoot1" presStyleCnt="0"/>
      <dgm:spPr/>
    </dgm:pt>
    <dgm:pt modelId="{F5A86D50-0AC6-4921-A10A-F8FE2E0CD004}" type="pres">
      <dgm:prSet presAssocID="{E465ECD6-B74F-4B1E-A2A8-7655AB9E9084}" presName="composite" presStyleCnt="0"/>
      <dgm:spPr/>
    </dgm:pt>
    <dgm:pt modelId="{D99BC8C5-854F-4C0B-85C1-A3901E2E5B25}" type="pres">
      <dgm:prSet presAssocID="{E465ECD6-B74F-4B1E-A2A8-7655AB9E9084}" presName="background" presStyleLbl="node0" presStyleIdx="5" presStyleCnt="6"/>
      <dgm:spPr/>
    </dgm:pt>
    <dgm:pt modelId="{A8F539BD-AB3F-4A3A-8A3A-2118FFBBC116}" type="pres">
      <dgm:prSet presAssocID="{E465ECD6-B74F-4B1E-A2A8-7655AB9E9084}" presName="text" presStyleLbl="fgAcc0" presStyleIdx="5" presStyleCnt="6">
        <dgm:presLayoutVars>
          <dgm:chPref val="3"/>
        </dgm:presLayoutVars>
      </dgm:prSet>
      <dgm:spPr/>
    </dgm:pt>
    <dgm:pt modelId="{1276546A-9770-4493-A551-51FCC71F3392}" type="pres">
      <dgm:prSet presAssocID="{E465ECD6-B74F-4B1E-A2A8-7655AB9E9084}" presName="hierChild2" presStyleCnt="0"/>
      <dgm:spPr/>
    </dgm:pt>
  </dgm:ptLst>
  <dgm:cxnLst>
    <dgm:cxn modelId="{A6AA590F-4EFC-49B5-9F95-2A2661142BBE}" srcId="{6EC4F383-4A32-4EC6-9668-74EF0B18975B}" destId="{E465ECD6-B74F-4B1E-A2A8-7655AB9E9084}" srcOrd="5" destOrd="0" parTransId="{CBF38C19-D2A4-42B8-A0B0-BAA6919DE7C4}" sibTransId="{B45E4BF5-2468-47FB-BAF3-BAFBFB38BE92}"/>
    <dgm:cxn modelId="{4FC6D318-FFA2-41FB-B77A-B4DF09F1BC32}" type="presOf" srcId="{CA31F3C0-04C8-44D6-9EE4-DB0562749E42}" destId="{D4CF1116-2DCE-4213-8375-0301575973A5}" srcOrd="0" destOrd="0" presId="urn:microsoft.com/office/officeart/2005/8/layout/hierarchy1"/>
    <dgm:cxn modelId="{59E90621-665D-4483-9BA2-5CCAE2AF170B}" type="presOf" srcId="{88C26D5D-D467-432D-9526-566E6970B612}" destId="{FCD8730F-3023-4D43-B349-3B661BE15569}" srcOrd="0" destOrd="0" presId="urn:microsoft.com/office/officeart/2005/8/layout/hierarchy1"/>
    <dgm:cxn modelId="{E1D21D5B-646A-4ED8-A1A0-58CE5C226262}" type="presOf" srcId="{B633B4C8-F94E-4449-8301-5D852358B5A7}" destId="{501FCC5A-92E0-4D89-B5A5-05013D16066C}" srcOrd="0" destOrd="0" presId="urn:microsoft.com/office/officeart/2005/8/layout/hierarchy1"/>
    <dgm:cxn modelId="{0D5F385B-99C3-42CF-B1A6-22439B47D02B}" type="presOf" srcId="{6EC4F383-4A32-4EC6-9668-74EF0B18975B}" destId="{B3ECC666-B040-4DB3-8387-41E698BEE32E}" srcOrd="0" destOrd="0" presId="urn:microsoft.com/office/officeart/2005/8/layout/hierarchy1"/>
    <dgm:cxn modelId="{C376DA60-8EBE-4C07-A791-8E855FF97B8E}" type="presOf" srcId="{2D75EA66-A219-4BCF-8FA7-076F9447BD6D}" destId="{44B1FFB5-6761-4140-967B-7CD52473FFC0}" srcOrd="0" destOrd="0" presId="urn:microsoft.com/office/officeart/2005/8/layout/hierarchy1"/>
    <dgm:cxn modelId="{CDFADD69-6BF1-4699-8DFE-0A861BA65D16}" type="presOf" srcId="{E465ECD6-B74F-4B1E-A2A8-7655AB9E9084}" destId="{A8F539BD-AB3F-4A3A-8A3A-2118FFBBC116}" srcOrd="0" destOrd="0" presId="urn:microsoft.com/office/officeart/2005/8/layout/hierarchy1"/>
    <dgm:cxn modelId="{C0934976-6FE4-475B-BFF6-EECC25D2C87E}" srcId="{6EC4F383-4A32-4EC6-9668-74EF0B18975B}" destId="{88C26D5D-D467-432D-9526-566E6970B612}" srcOrd="4" destOrd="0" parTransId="{84C004D5-8695-4693-9070-DB96474C5E75}" sibTransId="{1A5A4C28-B6F6-4C64-BF5F-6AF83F6E218B}"/>
    <dgm:cxn modelId="{384F0978-B4A1-4759-ACC1-94474B1863AA}" type="presOf" srcId="{4637E81C-ED3B-4304-8191-E579C01DBB8F}" destId="{0655F9EA-0E1A-4BED-87B4-F069D9204B49}" srcOrd="0" destOrd="0" presId="urn:microsoft.com/office/officeart/2005/8/layout/hierarchy1"/>
    <dgm:cxn modelId="{AD604F88-3A19-4217-B792-026124E02FC4}" srcId="{6EC4F383-4A32-4EC6-9668-74EF0B18975B}" destId="{CA31F3C0-04C8-44D6-9EE4-DB0562749E42}" srcOrd="1" destOrd="0" parTransId="{C3748032-2B48-467C-9677-85B5386F314B}" sibTransId="{2F6CEEC1-C8C2-4ECC-887D-57EB9BBF5511}"/>
    <dgm:cxn modelId="{E6C804A5-6A20-4A89-89D8-159B166E6293}" srcId="{6EC4F383-4A32-4EC6-9668-74EF0B18975B}" destId="{B633B4C8-F94E-4449-8301-5D852358B5A7}" srcOrd="2" destOrd="0" parTransId="{CC918D66-BCBC-4DE0-8157-B3CDEF27E303}" sibTransId="{A2F5A020-D4DB-47FB-9735-DDE582BCD14D}"/>
    <dgm:cxn modelId="{13F0F4A6-FBCF-4A74-AB80-11AA8CB9C4B2}" srcId="{6EC4F383-4A32-4EC6-9668-74EF0B18975B}" destId="{4637E81C-ED3B-4304-8191-E579C01DBB8F}" srcOrd="3" destOrd="0" parTransId="{D8342A39-1708-4F97-9A40-C1F00232B31D}" sibTransId="{8864877B-C5A0-4B5D-9D4C-DE522F19D4FF}"/>
    <dgm:cxn modelId="{1EA600D8-EDCB-4CD6-8A22-026ADC2AD31A}" srcId="{6EC4F383-4A32-4EC6-9668-74EF0B18975B}" destId="{2D75EA66-A219-4BCF-8FA7-076F9447BD6D}" srcOrd="0" destOrd="0" parTransId="{8B837760-7D8C-4FED-A038-99F9B0700676}" sibTransId="{09B8B4F4-78D5-47C6-BCE4-52EE81C7F33B}"/>
    <dgm:cxn modelId="{821C977F-7245-4CBD-9782-A25138058D2F}" type="presParOf" srcId="{B3ECC666-B040-4DB3-8387-41E698BEE32E}" destId="{C72FE66E-74E5-4995-9C86-7ADE90AFE9AF}" srcOrd="0" destOrd="0" presId="urn:microsoft.com/office/officeart/2005/8/layout/hierarchy1"/>
    <dgm:cxn modelId="{87CE8416-35B8-4AA9-8243-DF0379DAD6A1}" type="presParOf" srcId="{C72FE66E-74E5-4995-9C86-7ADE90AFE9AF}" destId="{81E047FB-80D5-400C-B8C0-F0F89E3DCEC5}" srcOrd="0" destOrd="0" presId="urn:microsoft.com/office/officeart/2005/8/layout/hierarchy1"/>
    <dgm:cxn modelId="{39A1C55D-378E-47ED-8A59-2307A8F2C685}" type="presParOf" srcId="{81E047FB-80D5-400C-B8C0-F0F89E3DCEC5}" destId="{50DB8394-8065-489B-8A0A-833B3904CF8F}" srcOrd="0" destOrd="0" presId="urn:microsoft.com/office/officeart/2005/8/layout/hierarchy1"/>
    <dgm:cxn modelId="{89C2E235-70DE-43A5-903E-E2FC7A2961D9}" type="presParOf" srcId="{81E047FB-80D5-400C-B8C0-F0F89E3DCEC5}" destId="{44B1FFB5-6761-4140-967B-7CD52473FFC0}" srcOrd="1" destOrd="0" presId="urn:microsoft.com/office/officeart/2005/8/layout/hierarchy1"/>
    <dgm:cxn modelId="{8DACF2D5-9F1F-4BAD-9273-FBF70257E9D4}" type="presParOf" srcId="{C72FE66E-74E5-4995-9C86-7ADE90AFE9AF}" destId="{68C0ACF9-6547-437F-B3B1-CD802BDBB65C}" srcOrd="1" destOrd="0" presId="urn:microsoft.com/office/officeart/2005/8/layout/hierarchy1"/>
    <dgm:cxn modelId="{CE7C52C4-454F-49E2-8A81-CAEC46858605}" type="presParOf" srcId="{B3ECC666-B040-4DB3-8387-41E698BEE32E}" destId="{A8F2C94E-086A-44AD-8BA5-3C1DF8272007}" srcOrd="1" destOrd="0" presId="urn:microsoft.com/office/officeart/2005/8/layout/hierarchy1"/>
    <dgm:cxn modelId="{B0A9B52E-51F2-42BA-A35F-13746635BC16}" type="presParOf" srcId="{A8F2C94E-086A-44AD-8BA5-3C1DF8272007}" destId="{534306BA-E762-43CF-83E5-D3E4D6964791}" srcOrd="0" destOrd="0" presId="urn:microsoft.com/office/officeart/2005/8/layout/hierarchy1"/>
    <dgm:cxn modelId="{7D5A4D2C-6B7A-466C-993E-F778BE75C472}" type="presParOf" srcId="{534306BA-E762-43CF-83E5-D3E4D6964791}" destId="{71F729D4-B262-425F-9EFF-433C8C2A00ED}" srcOrd="0" destOrd="0" presId="urn:microsoft.com/office/officeart/2005/8/layout/hierarchy1"/>
    <dgm:cxn modelId="{D896F96F-1285-4C0F-B74E-54E121FC9823}" type="presParOf" srcId="{534306BA-E762-43CF-83E5-D3E4D6964791}" destId="{D4CF1116-2DCE-4213-8375-0301575973A5}" srcOrd="1" destOrd="0" presId="urn:microsoft.com/office/officeart/2005/8/layout/hierarchy1"/>
    <dgm:cxn modelId="{0BE6CBFC-336C-4964-A6DD-CDC97FF3B4FA}" type="presParOf" srcId="{A8F2C94E-086A-44AD-8BA5-3C1DF8272007}" destId="{BBC5D6A2-420B-4534-99F6-C9989D5CD029}" srcOrd="1" destOrd="0" presId="urn:microsoft.com/office/officeart/2005/8/layout/hierarchy1"/>
    <dgm:cxn modelId="{3D0CA3B8-4F24-48D4-AD55-0F5660B8AE12}" type="presParOf" srcId="{B3ECC666-B040-4DB3-8387-41E698BEE32E}" destId="{739D2FF2-0B03-4E80-84F4-5515D1C9396E}" srcOrd="2" destOrd="0" presId="urn:microsoft.com/office/officeart/2005/8/layout/hierarchy1"/>
    <dgm:cxn modelId="{DB09FA8A-17A4-458F-A853-D02B660662D4}" type="presParOf" srcId="{739D2FF2-0B03-4E80-84F4-5515D1C9396E}" destId="{799B6F09-5394-447A-BB34-801216C8DC17}" srcOrd="0" destOrd="0" presId="urn:microsoft.com/office/officeart/2005/8/layout/hierarchy1"/>
    <dgm:cxn modelId="{004B9E36-F870-4E16-BCDA-48F6736471C0}" type="presParOf" srcId="{799B6F09-5394-447A-BB34-801216C8DC17}" destId="{C01D6B0A-6007-4CBF-A9A9-466B83FED2B4}" srcOrd="0" destOrd="0" presId="urn:microsoft.com/office/officeart/2005/8/layout/hierarchy1"/>
    <dgm:cxn modelId="{04924990-129E-4383-9F40-40E30CD75772}" type="presParOf" srcId="{799B6F09-5394-447A-BB34-801216C8DC17}" destId="{501FCC5A-92E0-4D89-B5A5-05013D16066C}" srcOrd="1" destOrd="0" presId="urn:microsoft.com/office/officeart/2005/8/layout/hierarchy1"/>
    <dgm:cxn modelId="{AF24EF0F-7B7E-4870-892E-F59273CED674}" type="presParOf" srcId="{739D2FF2-0B03-4E80-84F4-5515D1C9396E}" destId="{9CEBE2EF-2E98-44B6-92A8-69972B6EC8A7}" srcOrd="1" destOrd="0" presId="urn:microsoft.com/office/officeart/2005/8/layout/hierarchy1"/>
    <dgm:cxn modelId="{A3DB2972-B131-4F37-AC02-86E067CAD0D0}" type="presParOf" srcId="{B3ECC666-B040-4DB3-8387-41E698BEE32E}" destId="{FA49194F-8213-4563-9DAE-0FF92943C51B}" srcOrd="3" destOrd="0" presId="urn:microsoft.com/office/officeart/2005/8/layout/hierarchy1"/>
    <dgm:cxn modelId="{878B08C0-0D01-4D47-9C1D-98862A66F107}" type="presParOf" srcId="{FA49194F-8213-4563-9DAE-0FF92943C51B}" destId="{8B9D5B67-A176-41B4-B5A6-38383F373068}" srcOrd="0" destOrd="0" presId="urn:microsoft.com/office/officeart/2005/8/layout/hierarchy1"/>
    <dgm:cxn modelId="{832CB018-E54A-4D8A-9B00-6234BB0222B7}" type="presParOf" srcId="{8B9D5B67-A176-41B4-B5A6-38383F373068}" destId="{13394B8B-177A-4C1F-9F76-3767F2D0D54C}" srcOrd="0" destOrd="0" presId="urn:microsoft.com/office/officeart/2005/8/layout/hierarchy1"/>
    <dgm:cxn modelId="{BC006915-3AF4-472F-A8F3-7A0D47A2AF41}" type="presParOf" srcId="{8B9D5B67-A176-41B4-B5A6-38383F373068}" destId="{0655F9EA-0E1A-4BED-87B4-F069D9204B49}" srcOrd="1" destOrd="0" presId="urn:microsoft.com/office/officeart/2005/8/layout/hierarchy1"/>
    <dgm:cxn modelId="{40989657-A648-4DF9-BA56-552BDC39289C}" type="presParOf" srcId="{FA49194F-8213-4563-9DAE-0FF92943C51B}" destId="{6EC64966-0E46-4EE0-A934-D1CC94C6C1EF}" srcOrd="1" destOrd="0" presId="urn:microsoft.com/office/officeart/2005/8/layout/hierarchy1"/>
    <dgm:cxn modelId="{569FBAB3-17F2-4948-928B-915777DA7541}" type="presParOf" srcId="{B3ECC666-B040-4DB3-8387-41E698BEE32E}" destId="{1A63627C-DA48-43FF-BB80-30169C30EB70}" srcOrd="4" destOrd="0" presId="urn:microsoft.com/office/officeart/2005/8/layout/hierarchy1"/>
    <dgm:cxn modelId="{08E732D6-D75C-403B-AF6C-F17654CC9605}" type="presParOf" srcId="{1A63627C-DA48-43FF-BB80-30169C30EB70}" destId="{D364DD4E-6DB8-4B07-9E75-79B8DDB1F902}" srcOrd="0" destOrd="0" presId="urn:microsoft.com/office/officeart/2005/8/layout/hierarchy1"/>
    <dgm:cxn modelId="{1D46ADB0-835E-4D4C-A0D3-41DF808B2788}" type="presParOf" srcId="{D364DD4E-6DB8-4B07-9E75-79B8DDB1F902}" destId="{804C108B-B945-4E1A-8AEA-73714D5F4915}" srcOrd="0" destOrd="0" presId="urn:microsoft.com/office/officeart/2005/8/layout/hierarchy1"/>
    <dgm:cxn modelId="{3CE3381A-ADF9-450C-91FE-8A09889E30FF}" type="presParOf" srcId="{D364DD4E-6DB8-4B07-9E75-79B8DDB1F902}" destId="{FCD8730F-3023-4D43-B349-3B661BE15569}" srcOrd="1" destOrd="0" presId="urn:microsoft.com/office/officeart/2005/8/layout/hierarchy1"/>
    <dgm:cxn modelId="{DA6F08E4-F633-4212-8C04-459BA902D8EB}" type="presParOf" srcId="{1A63627C-DA48-43FF-BB80-30169C30EB70}" destId="{8803C3BF-3D22-49E2-98A5-5A5900BC9C43}" srcOrd="1" destOrd="0" presId="urn:microsoft.com/office/officeart/2005/8/layout/hierarchy1"/>
    <dgm:cxn modelId="{237F35BD-C765-433E-B388-DF4FFECD2BDB}" type="presParOf" srcId="{B3ECC666-B040-4DB3-8387-41E698BEE32E}" destId="{F06BB00C-D334-4CE2-BB14-C26960872CDD}" srcOrd="5" destOrd="0" presId="urn:microsoft.com/office/officeart/2005/8/layout/hierarchy1"/>
    <dgm:cxn modelId="{D786D82B-BCE7-4F29-9E6D-ACD88DC354AC}" type="presParOf" srcId="{F06BB00C-D334-4CE2-BB14-C26960872CDD}" destId="{F5A86D50-0AC6-4921-A10A-F8FE2E0CD004}" srcOrd="0" destOrd="0" presId="urn:microsoft.com/office/officeart/2005/8/layout/hierarchy1"/>
    <dgm:cxn modelId="{D43357EB-CEEF-4931-BB76-6C672E68625C}" type="presParOf" srcId="{F5A86D50-0AC6-4921-A10A-F8FE2E0CD004}" destId="{D99BC8C5-854F-4C0B-85C1-A3901E2E5B25}" srcOrd="0" destOrd="0" presId="urn:microsoft.com/office/officeart/2005/8/layout/hierarchy1"/>
    <dgm:cxn modelId="{50E55288-2508-4D7F-9ECF-DE8D3311C7D1}" type="presParOf" srcId="{F5A86D50-0AC6-4921-A10A-F8FE2E0CD004}" destId="{A8F539BD-AB3F-4A3A-8A3A-2118FFBBC116}" srcOrd="1" destOrd="0" presId="urn:microsoft.com/office/officeart/2005/8/layout/hierarchy1"/>
    <dgm:cxn modelId="{ED63BF6A-76DD-43B6-84CA-0B6C2C8B3C9C}" type="presParOf" srcId="{F06BB00C-D334-4CE2-BB14-C26960872CDD}" destId="{1276546A-9770-4493-A551-51FCC71F33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C4F383-4A32-4EC6-9668-74EF0B18975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75EA66-A219-4BCF-8FA7-076F9447BD6D}">
      <dgm:prSet/>
      <dgm:spPr/>
      <dgm:t>
        <a:bodyPr/>
        <a:lstStyle/>
        <a:p>
          <a:r>
            <a:rPr lang="en-US" b="1" dirty="0"/>
            <a:t>Background</a:t>
          </a:r>
        </a:p>
      </dgm:t>
    </dgm:pt>
    <dgm:pt modelId="{8B837760-7D8C-4FED-A038-99F9B0700676}" type="parTrans" cxnId="{1EA600D8-EDCB-4CD6-8A22-026ADC2AD31A}">
      <dgm:prSet/>
      <dgm:spPr/>
      <dgm:t>
        <a:bodyPr/>
        <a:lstStyle/>
        <a:p>
          <a:endParaRPr lang="en-US"/>
        </a:p>
      </dgm:t>
    </dgm:pt>
    <dgm:pt modelId="{09B8B4F4-78D5-47C6-BCE4-52EE81C7F33B}" type="sibTrans" cxnId="{1EA600D8-EDCB-4CD6-8A22-026ADC2AD31A}">
      <dgm:prSet/>
      <dgm:spPr/>
      <dgm:t>
        <a:bodyPr/>
        <a:lstStyle/>
        <a:p>
          <a:endParaRPr lang="en-US"/>
        </a:p>
      </dgm:t>
    </dgm:pt>
    <dgm:pt modelId="{CA31F3C0-04C8-44D6-9EE4-DB0562749E42}">
      <dgm:prSet/>
      <dgm:spPr/>
      <dgm:t>
        <a:bodyPr/>
        <a:lstStyle/>
        <a:p>
          <a:r>
            <a:rPr lang="en-US"/>
            <a:t>Data Details</a:t>
          </a:r>
        </a:p>
      </dgm:t>
    </dgm:pt>
    <dgm:pt modelId="{C3748032-2B48-467C-9677-85B5386F314B}" type="parTrans" cxnId="{AD604F88-3A19-4217-B792-026124E02FC4}">
      <dgm:prSet/>
      <dgm:spPr/>
      <dgm:t>
        <a:bodyPr/>
        <a:lstStyle/>
        <a:p>
          <a:endParaRPr lang="en-US"/>
        </a:p>
      </dgm:t>
    </dgm:pt>
    <dgm:pt modelId="{2F6CEEC1-C8C2-4ECC-887D-57EB9BBF5511}" type="sibTrans" cxnId="{AD604F88-3A19-4217-B792-026124E02FC4}">
      <dgm:prSet/>
      <dgm:spPr/>
      <dgm:t>
        <a:bodyPr/>
        <a:lstStyle/>
        <a:p>
          <a:endParaRPr lang="en-US"/>
        </a:p>
      </dgm:t>
    </dgm:pt>
    <dgm:pt modelId="{B633B4C8-F94E-4449-8301-5D852358B5A7}">
      <dgm:prSet/>
      <dgm:spPr/>
      <dgm:t>
        <a:bodyPr/>
        <a:lstStyle/>
        <a:p>
          <a:r>
            <a:rPr lang="en-US"/>
            <a:t>Model Details</a:t>
          </a:r>
        </a:p>
      </dgm:t>
    </dgm:pt>
    <dgm:pt modelId="{CC918D66-BCBC-4DE0-8157-B3CDEF27E303}" type="parTrans" cxnId="{E6C804A5-6A20-4A89-89D8-159B166E6293}">
      <dgm:prSet/>
      <dgm:spPr/>
      <dgm:t>
        <a:bodyPr/>
        <a:lstStyle/>
        <a:p>
          <a:endParaRPr lang="en-US"/>
        </a:p>
      </dgm:t>
    </dgm:pt>
    <dgm:pt modelId="{A2F5A020-D4DB-47FB-9735-DDE582BCD14D}" type="sibTrans" cxnId="{E6C804A5-6A20-4A89-89D8-159B166E6293}">
      <dgm:prSet/>
      <dgm:spPr/>
      <dgm:t>
        <a:bodyPr/>
        <a:lstStyle/>
        <a:p>
          <a:endParaRPr lang="en-US"/>
        </a:p>
      </dgm:t>
    </dgm:pt>
    <dgm:pt modelId="{4637E81C-ED3B-4304-8191-E579C01DBB8F}">
      <dgm:prSet/>
      <dgm:spPr/>
      <dgm:t>
        <a:bodyPr/>
        <a:lstStyle/>
        <a:p>
          <a:r>
            <a:rPr lang="en-US"/>
            <a:t>Performance</a:t>
          </a:r>
        </a:p>
      </dgm:t>
    </dgm:pt>
    <dgm:pt modelId="{D8342A39-1708-4F97-9A40-C1F00232B31D}" type="parTrans" cxnId="{13F0F4A6-FBCF-4A74-AB80-11AA8CB9C4B2}">
      <dgm:prSet/>
      <dgm:spPr/>
      <dgm:t>
        <a:bodyPr/>
        <a:lstStyle/>
        <a:p>
          <a:endParaRPr lang="en-US"/>
        </a:p>
      </dgm:t>
    </dgm:pt>
    <dgm:pt modelId="{8864877B-C5A0-4B5D-9D4C-DE522F19D4FF}" type="sibTrans" cxnId="{13F0F4A6-FBCF-4A74-AB80-11AA8CB9C4B2}">
      <dgm:prSet/>
      <dgm:spPr/>
      <dgm:t>
        <a:bodyPr/>
        <a:lstStyle/>
        <a:p>
          <a:endParaRPr lang="en-US"/>
        </a:p>
      </dgm:t>
    </dgm:pt>
    <dgm:pt modelId="{88C26D5D-D467-432D-9526-566E6970B612}">
      <dgm:prSet/>
      <dgm:spPr/>
      <dgm:t>
        <a:bodyPr/>
        <a:lstStyle/>
        <a:p>
          <a:r>
            <a:rPr lang="en-US"/>
            <a:t>Limitations</a:t>
          </a:r>
        </a:p>
      </dgm:t>
    </dgm:pt>
    <dgm:pt modelId="{84C004D5-8695-4693-9070-DB96474C5E75}" type="parTrans" cxnId="{C0934976-6FE4-475B-BFF6-EECC25D2C87E}">
      <dgm:prSet/>
      <dgm:spPr/>
      <dgm:t>
        <a:bodyPr/>
        <a:lstStyle/>
        <a:p>
          <a:endParaRPr lang="en-US"/>
        </a:p>
      </dgm:t>
    </dgm:pt>
    <dgm:pt modelId="{1A5A4C28-B6F6-4C64-BF5F-6AF83F6E218B}" type="sibTrans" cxnId="{C0934976-6FE4-475B-BFF6-EECC25D2C87E}">
      <dgm:prSet/>
      <dgm:spPr/>
      <dgm:t>
        <a:bodyPr/>
        <a:lstStyle/>
        <a:p>
          <a:endParaRPr lang="en-US"/>
        </a:p>
      </dgm:t>
    </dgm:pt>
    <dgm:pt modelId="{E465ECD6-B74F-4B1E-A2A8-7655AB9E9084}">
      <dgm:prSet/>
      <dgm:spPr/>
      <dgm:t>
        <a:bodyPr/>
        <a:lstStyle/>
        <a:p>
          <a:r>
            <a:rPr lang="en-US"/>
            <a:t>Discussion</a:t>
          </a:r>
        </a:p>
      </dgm:t>
    </dgm:pt>
    <dgm:pt modelId="{CBF38C19-D2A4-42B8-A0B0-BAA6919DE7C4}" type="parTrans" cxnId="{A6AA590F-4EFC-49B5-9F95-2A2661142BBE}">
      <dgm:prSet/>
      <dgm:spPr/>
      <dgm:t>
        <a:bodyPr/>
        <a:lstStyle/>
        <a:p>
          <a:endParaRPr lang="en-US"/>
        </a:p>
      </dgm:t>
    </dgm:pt>
    <dgm:pt modelId="{B45E4BF5-2468-47FB-BAF3-BAFBFB38BE92}" type="sibTrans" cxnId="{A6AA590F-4EFC-49B5-9F95-2A2661142BBE}">
      <dgm:prSet/>
      <dgm:spPr/>
      <dgm:t>
        <a:bodyPr/>
        <a:lstStyle/>
        <a:p>
          <a:endParaRPr lang="en-US"/>
        </a:p>
      </dgm:t>
    </dgm:pt>
    <dgm:pt modelId="{B3ECC666-B040-4DB3-8387-41E698BEE32E}" type="pres">
      <dgm:prSet presAssocID="{6EC4F383-4A32-4EC6-9668-74EF0B1897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72FE66E-74E5-4995-9C86-7ADE90AFE9AF}" type="pres">
      <dgm:prSet presAssocID="{2D75EA66-A219-4BCF-8FA7-076F9447BD6D}" presName="hierRoot1" presStyleCnt="0"/>
      <dgm:spPr/>
    </dgm:pt>
    <dgm:pt modelId="{81E047FB-80D5-400C-B8C0-F0F89E3DCEC5}" type="pres">
      <dgm:prSet presAssocID="{2D75EA66-A219-4BCF-8FA7-076F9447BD6D}" presName="composite" presStyleCnt="0"/>
      <dgm:spPr/>
    </dgm:pt>
    <dgm:pt modelId="{50DB8394-8065-489B-8A0A-833B3904CF8F}" type="pres">
      <dgm:prSet presAssocID="{2D75EA66-A219-4BCF-8FA7-076F9447BD6D}" presName="background" presStyleLbl="node0" presStyleIdx="0" presStyleCnt="6"/>
      <dgm:spPr/>
    </dgm:pt>
    <dgm:pt modelId="{44B1FFB5-6761-4140-967B-7CD52473FFC0}" type="pres">
      <dgm:prSet presAssocID="{2D75EA66-A219-4BCF-8FA7-076F9447BD6D}" presName="text" presStyleLbl="fgAcc0" presStyleIdx="0" presStyleCnt="6">
        <dgm:presLayoutVars>
          <dgm:chPref val="3"/>
        </dgm:presLayoutVars>
      </dgm:prSet>
      <dgm:spPr/>
    </dgm:pt>
    <dgm:pt modelId="{68C0ACF9-6547-437F-B3B1-CD802BDBB65C}" type="pres">
      <dgm:prSet presAssocID="{2D75EA66-A219-4BCF-8FA7-076F9447BD6D}" presName="hierChild2" presStyleCnt="0"/>
      <dgm:spPr/>
    </dgm:pt>
    <dgm:pt modelId="{A8F2C94E-086A-44AD-8BA5-3C1DF8272007}" type="pres">
      <dgm:prSet presAssocID="{CA31F3C0-04C8-44D6-9EE4-DB0562749E42}" presName="hierRoot1" presStyleCnt="0"/>
      <dgm:spPr/>
    </dgm:pt>
    <dgm:pt modelId="{534306BA-E762-43CF-83E5-D3E4D6964791}" type="pres">
      <dgm:prSet presAssocID="{CA31F3C0-04C8-44D6-9EE4-DB0562749E42}" presName="composite" presStyleCnt="0"/>
      <dgm:spPr/>
    </dgm:pt>
    <dgm:pt modelId="{71F729D4-B262-425F-9EFF-433C8C2A00ED}" type="pres">
      <dgm:prSet presAssocID="{CA31F3C0-04C8-44D6-9EE4-DB0562749E42}" presName="background" presStyleLbl="node0" presStyleIdx="1" presStyleCnt="6"/>
      <dgm:spPr/>
    </dgm:pt>
    <dgm:pt modelId="{D4CF1116-2DCE-4213-8375-0301575973A5}" type="pres">
      <dgm:prSet presAssocID="{CA31F3C0-04C8-44D6-9EE4-DB0562749E42}" presName="text" presStyleLbl="fgAcc0" presStyleIdx="1" presStyleCnt="6">
        <dgm:presLayoutVars>
          <dgm:chPref val="3"/>
        </dgm:presLayoutVars>
      </dgm:prSet>
      <dgm:spPr/>
    </dgm:pt>
    <dgm:pt modelId="{BBC5D6A2-420B-4534-99F6-C9989D5CD029}" type="pres">
      <dgm:prSet presAssocID="{CA31F3C0-04C8-44D6-9EE4-DB0562749E42}" presName="hierChild2" presStyleCnt="0"/>
      <dgm:spPr/>
    </dgm:pt>
    <dgm:pt modelId="{739D2FF2-0B03-4E80-84F4-5515D1C9396E}" type="pres">
      <dgm:prSet presAssocID="{B633B4C8-F94E-4449-8301-5D852358B5A7}" presName="hierRoot1" presStyleCnt="0"/>
      <dgm:spPr/>
    </dgm:pt>
    <dgm:pt modelId="{799B6F09-5394-447A-BB34-801216C8DC17}" type="pres">
      <dgm:prSet presAssocID="{B633B4C8-F94E-4449-8301-5D852358B5A7}" presName="composite" presStyleCnt="0"/>
      <dgm:spPr/>
    </dgm:pt>
    <dgm:pt modelId="{C01D6B0A-6007-4CBF-A9A9-466B83FED2B4}" type="pres">
      <dgm:prSet presAssocID="{B633B4C8-F94E-4449-8301-5D852358B5A7}" presName="background" presStyleLbl="node0" presStyleIdx="2" presStyleCnt="6"/>
      <dgm:spPr/>
    </dgm:pt>
    <dgm:pt modelId="{501FCC5A-92E0-4D89-B5A5-05013D16066C}" type="pres">
      <dgm:prSet presAssocID="{B633B4C8-F94E-4449-8301-5D852358B5A7}" presName="text" presStyleLbl="fgAcc0" presStyleIdx="2" presStyleCnt="6">
        <dgm:presLayoutVars>
          <dgm:chPref val="3"/>
        </dgm:presLayoutVars>
      </dgm:prSet>
      <dgm:spPr/>
    </dgm:pt>
    <dgm:pt modelId="{9CEBE2EF-2E98-44B6-92A8-69972B6EC8A7}" type="pres">
      <dgm:prSet presAssocID="{B633B4C8-F94E-4449-8301-5D852358B5A7}" presName="hierChild2" presStyleCnt="0"/>
      <dgm:spPr/>
    </dgm:pt>
    <dgm:pt modelId="{FA49194F-8213-4563-9DAE-0FF92943C51B}" type="pres">
      <dgm:prSet presAssocID="{4637E81C-ED3B-4304-8191-E579C01DBB8F}" presName="hierRoot1" presStyleCnt="0"/>
      <dgm:spPr/>
    </dgm:pt>
    <dgm:pt modelId="{8B9D5B67-A176-41B4-B5A6-38383F373068}" type="pres">
      <dgm:prSet presAssocID="{4637E81C-ED3B-4304-8191-E579C01DBB8F}" presName="composite" presStyleCnt="0"/>
      <dgm:spPr/>
    </dgm:pt>
    <dgm:pt modelId="{13394B8B-177A-4C1F-9F76-3767F2D0D54C}" type="pres">
      <dgm:prSet presAssocID="{4637E81C-ED3B-4304-8191-E579C01DBB8F}" presName="background" presStyleLbl="node0" presStyleIdx="3" presStyleCnt="6"/>
      <dgm:spPr/>
    </dgm:pt>
    <dgm:pt modelId="{0655F9EA-0E1A-4BED-87B4-F069D9204B49}" type="pres">
      <dgm:prSet presAssocID="{4637E81C-ED3B-4304-8191-E579C01DBB8F}" presName="text" presStyleLbl="fgAcc0" presStyleIdx="3" presStyleCnt="6">
        <dgm:presLayoutVars>
          <dgm:chPref val="3"/>
        </dgm:presLayoutVars>
      </dgm:prSet>
      <dgm:spPr/>
    </dgm:pt>
    <dgm:pt modelId="{6EC64966-0E46-4EE0-A934-D1CC94C6C1EF}" type="pres">
      <dgm:prSet presAssocID="{4637E81C-ED3B-4304-8191-E579C01DBB8F}" presName="hierChild2" presStyleCnt="0"/>
      <dgm:spPr/>
    </dgm:pt>
    <dgm:pt modelId="{1A63627C-DA48-43FF-BB80-30169C30EB70}" type="pres">
      <dgm:prSet presAssocID="{88C26D5D-D467-432D-9526-566E6970B612}" presName="hierRoot1" presStyleCnt="0"/>
      <dgm:spPr/>
    </dgm:pt>
    <dgm:pt modelId="{D364DD4E-6DB8-4B07-9E75-79B8DDB1F902}" type="pres">
      <dgm:prSet presAssocID="{88C26D5D-D467-432D-9526-566E6970B612}" presName="composite" presStyleCnt="0"/>
      <dgm:spPr/>
    </dgm:pt>
    <dgm:pt modelId="{804C108B-B945-4E1A-8AEA-73714D5F4915}" type="pres">
      <dgm:prSet presAssocID="{88C26D5D-D467-432D-9526-566E6970B612}" presName="background" presStyleLbl="node0" presStyleIdx="4" presStyleCnt="6"/>
      <dgm:spPr/>
    </dgm:pt>
    <dgm:pt modelId="{FCD8730F-3023-4D43-B349-3B661BE15569}" type="pres">
      <dgm:prSet presAssocID="{88C26D5D-D467-432D-9526-566E6970B612}" presName="text" presStyleLbl="fgAcc0" presStyleIdx="4" presStyleCnt="6">
        <dgm:presLayoutVars>
          <dgm:chPref val="3"/>
        </dgm:presLayoutVars>
      </dgm:prSet>
      <dgm:spPr/>
    </dgm:pt>
    <dgm:pt modelId="{8803C3BF-3D22-49E2-98A5-5A5900BC9C43}" type="pres">
      <dgm:prSet presAssocID="{88C26D5D-D467-432D-9526-566E6970B612}" presName="hierChild2" presStyleCnt="0"/>
      <dgm:spPr/>
    </dgm:pt>
    <dgm:pt modelId="{F06BB00C-D334-4CE2-BB14-C26960872CDD}" type="pres">
      <dgm:prSet presAssocID="{E465ECD6-B74F-4B1E-A2A8-7655AB9E9084}" presName="hierRoot1" presStyleCnt="0"/>
      <dgm:spPr/>
    </dgm:pt>
    <dgm:pt modelId="{F5A86D50-0AC6-4921-A10A-F8FE2E0CD004}" type="pres">
      <dgm:prSet presAssocID="{E465ECD6-B74F-4B1E-A2A8-7655AB9E9084}" presName="composite" presStyleCnt="0"/>
      <dgm:spPr/>
    </dgm:pt>
    <dgm:pt modelId="{D99BC8C5-854F-4C0B-85C1-A3901E2E5B25}" type="pres">
      <dgm:prSet presAssocID="{E465ECD6-B74F-4B1E-A2A8-7655AB9E9084}" presName="background" presStyleLbl="node0" presStyleIdx="5" presStyleCnt="6"/>
      <dgm:spPr/>
    </dgm:pt>
    <dgm:pt modelId="{A8F539BD-AB3F-4A3A-8A3A-2118FFBBC116}" type="pres">
      <dgm:prSet presAssocID="{E465ECD6-B74F-4B1E-A2A8-7655AB9E9084}" presName="text" presStyleLbl="fgAcc0" presStyleIdx="5" presStyleCnt="6">
        <dgm:presLayoutVars>
          <dgm:chPref val="3"/>
        </dgm:presLayoutVars>
      </dgm:prSet>
      <dgm:spPr/>
    </dgm:pt>
    <dgm:pt modelId="{1276546A-9770-4493-A551-51FCC71F3392}" type="pres">
      <dgm:prSet presAssocID="{E465ECD6-B74F-4B1E-A2A8-7655AB9E9084}" presName="hierChild2" presStyleCnt="0"/>
      <dgm:spPr/>
    </dgm:pt>
  </dgm:ptLst>
  <dgm:cxnLst>
    <dgm:cxn modelId="{A6AA590F-4EFC-49B5-9F95-2A2661142BBE}" srcId="{6EC4F383-4A32-4EC6-9668-74EF0B18975B}" destId="{E465ECD6-B74F-4B1E-A2A8-7655AB9E9084}" srcOrd="5" destOrd="0" parTransId="{CBF38C19-D2A4-42B8-A0B0-BAA6919DE7C4}" sibTransId="{B45E4BF5-2468-47FB-BAF3-BAFBFB38BE92}"/>
    <dgm:cxn modelId="{4FC6D318-FFA2-41FB-B77A-B4DF09F1BC32}" type="presOf" srcId="{CA31F3C0-04C8-44D6-9EE4-DB0562749E42}" destId="{D4CF1116-2DCE-4213-8375-0301575973A5}" srcOrd="0" destOrd="0" presId="urn:microsoft.com/office/officeart/2005/8/layout/hierarchy1"/>
    <dgm:cxn modelId="{59E90621-665D-4483-9BA2-5CCAE2AF170B}" type="presOf" srcId="{88C26D5D-D467-432D-9526-566E6970B612}" destId="{FCD8730F-3023-4D43-B349-3B661BE15569}" srcOrd="0" destOrd="0" presId="urn:microsoft.com/office/officeart/2005/8/layout/hierarchy1"/>
    <dgm:cxn modelId="{E1D21D5B-646A-4ED8-A1A0-58CE5C226262}" type="presOf" srcId="{B633B4C8-F94E-4449-8301-5D852358B5A7}" destId="{501FCC5A-92E0-4D89-B5A5-05013D16066C}" srcOrd="0" destOrd="0" presId="urn:microsoft.com/office/officeart/2005/8/layout/hierarchy1"/>
    <dgm:cxn modelId="{0D5F385B-99C3-42CF-B1A6-22439B47D02B}" type="presOf" srcId="{6EC4F383-4A32-4EC6-9668-74EF0B18975B}" destId="{B3ECC666-B040-4DB3-8387-41E698BEE32E}" srcOrd="0" destOrd="0" presId="urn:microsoft.com/office/officeart/2005/8/layout/hierarchy1"/>
    <dgm:cxn modelId="{C376DA60-8EBE-4C07-A791-8E855FF97B8E}" type="presOf" srcId="{2D75EA66-A219-4BCF-8FA7-076F9447BD6D}" destId="{44B1FFB5-6761-4140-967B-7CD52473FFC0}" srcOrd="0" destOrd="0" presId="urn:microsoft.com/office/officeart/2005/8/layout/hierarchy1"/>
    <dgm:cxn modelId="{CDFADD69-6BF1-4699-8DFE-0A861BA65D16}" type="presOf" srcId="{E465ECD6-B74F-4B1E-A2A8-7655AB9E9084}" destId="{A8F539BD-AB3F-4A3A-8A3A-2118FFBBC116}" srcOrd="0" destOrd="0" presId="urn:microsoft.com/office/officeart/2005/8/layout/hierarchy1"/>
    <dgm:cxn modelId="{C0934976-6FE4-475B-BFF6-EECC25D2C87E}" srcId="{6EC4F383-4A32-4EC6-9668-74EF0B18975B}" destId="{88C26D5D-D467-432D-9526-566E6970B612}" srcOrd="4" destOrd="0" parTransId="{84C004D5-8695-4693-9070-DB96474C5E75}" sibTransId="{1A5A4C28-B6F6-4C64-BF5F-6AF83F6E218B}"/>
    <dgm:cxn modelId="{384F0978-B4A1-4759-ACC1-94474B1863AA}" type="presOf" srcId="{4637E81C-ED3B-4304-8191-E579C01DBB8F}" destId="{0655F9EA-0E1A-4BED-87B4-F069D9204B49}" srcOrd="0" destOrd="0" presId="urn:microsoft.com/office/officeart/2005/8/layout/hierarchy1"/>
    <dgm:cxn modelId="{AD604F88-3A19-4217-B792-026124E02FC4}" srcId="{6EC4F383-4A32-4EC6-9668-74EF0B18975B}" destId="{CA31F3C0-04C8-44D6-9EE4-DB0562749E42}" srcOrd="1" destOrd="0" parTransId="{C3748032-2B48-467C-9677-85B5386F314B}" sibTransId="{2F6CEEC1-C8C2-4ECC-887D-57EB9BBF5511}"/>
    <dgm:cxn modelId="{E6C804A5-6A20-4A89-89D8-159B166E6293}" srcId="{6EC4F383-4A32-4EC6-9668-74EF0B18975B}" destId="{B633B4C8-F94E-4449-8301-5D852358B5A7}" srcOrd="2" destOrd="0" parTransId="{CC918D66-BCBC-4DE0-8157-B3CDEF27E303}" sibTransId="{A2F5A020-D4DB-47FB-9735-DDE582BCD14D}"/>
    <dgm:cxn modelId="{13F0F4A6-FBCF-4A74-AB80-11AA8CB9C4B2}" srcId="{6EC4F383-4A32-4EC6-9668-74EF0B18975B}" destId="{4637E81C-ED3B-4304-8191-E579C01DBB8F}" srcOrd="3" destOrd="0" parTransId="{D8342A39-1708-4F97-9A40-C1F00232B31D}" sibTransId="{8864877B-C5A0-4B5D-9D4C-DE522F19D4FF}"/>
    <dgm:cxn modelId="{1EA600D8-EDCB-4CD6-8A22-026ADC2AD31A}" srcId="{6EC4F383-4A32-4EC6-9668-74EF0B18975B}" destId="{2D75EA66-A219-4BCF-8FA7-076F9447BD6D}" srcOrd="0" destOrd="0" parTransId="{8B837760-7D8C-4FED-A038-99F9B0700676}" sibTransId="{09B8B4F4-78D5-47C6-BCE4-52EE81C7F33B}"/>
    <dgm:cxn modelId="{821C977F-7245-4CBD-9782-A25138058D2F}" type="presParOf" srcId="{B3ECC666-B040-4DB3-8387-41E698BEE32E}" destId="{C72FE66E-74E5-4995-9C86-7ADE90AFE9AF}" srcOrd="0" destOrd="0" presId="urn:microsoft.com/office/officeart/2005/8/layout/hierarchy1"/>
    <dgm:cxn modelId="{87CE8416-35B8-4AA9-8243-DF0379DAD6A1}" type="presParOf" srcId="{C72FE66E-74E5-4995-9C86-7ADE90AFE9AF}" destId="{81E047FB-80D5-400C-B8C0-F0F89E3DCEC5}" srcOrd="0" destOrd="0" presId="urn:microsoft.com/office/officeart/2005/8/layout/hierarchy1"/>
    <dgm:cxn modelId="{39A1C55D-378E-47ED-8A59-2307A8F2C685}" type="presParOf" srcId="{81E047FB-80D5-400C-B8C0-F0F89E3DCEC5}" destId="{50DB8394-8065-489B-8A0A-833B3904CF8F}" srcOrd="0" destOrd="0" presId="urn:microsoft.com/office/officeart/2005/8/layout/hierarchy1"/>
    <dgm:cxn modelId="{89C2E235-70DE-43A5-903E-E2FC7A2961D9}" type="presParOf" srcId="{81E047FB-80D5-400C-B8C0-F0F89E3DCEC5}" destId="{44B1FFB5-6761-4140-967B-7CD52473FFC0}" srcOrd="1" destOrd="0" presId="urn:microsoft.com/office/officeart/2005/8/layout/hierarchy1"/>
    <dgm:cxn modelId="{8DACF2D5-9F1F-4BAD-9273-FBF70257E9D4}" type="presParOf" srcId="{C72FE66E-74E5-4995-9C86-7ADE90AFE9AF}" destId="{68C0ACF9-6547-437F-B3B1-CD802BDBB65C}" srcOrd="1" destOrd="0" presId="urn:microsoft.com/office/officeart/2005/8/layout/hierarchy1"/>
    <dgm:cxn modelId="{CE7C52C4-454F-49E2-8A81-CAEC46858605}" type="presParOf" srcId="{B3ECC666-B040-4DB3-8387-41E698BEE32E}" destId="{A8F2C94E-086A-44AD-8BA5-3C1DF8272007}" srcOrd="1" destOrd="0" presId="urn:microsoft.com/office/officeart/2005/8/layout/hierarchy1"/>
    <dgm:cxn modelId="{B0A9B52E-51F2-42BA-A35F-13746635BC16}" type="presParOf" srcId="{A8F2C94E-086A-44AD-8BA5-3C1DF8272007}" destId="{534306BA-E762-43CF-83E5-D3E4D6964791}" srcOrd="0" destOrd="0" presId="urn:microsoft.com/office/officeart/2005/8/layout/hierarchy1"/>
    <dgm:cxn modelId="{7D5A4D2C-6B7A-466C-993E-F778BE75C472}" type="presParOf" srcId="{534306BA-E762-43CF-83E5-D3E4D6964791}" destId="{71F729D4-B262-425F-9EFF-433C8C2A00ED}" srcOrd="0" destOrd="0" presId="urn:microsoft.com/office/officeart/2005/8/layout/hierarchy1"/>
    <dgm:cxn modelId="{D896F96F-1285-4C0F-B74E-54E121FC9823}" type="presParOf" srcId="{534306BA-E762-43CF-83E5-D3E4D6964791}" destId="{D4CF1116-2DCE-4213-8375-0301575973A5}" srcOrd="1" destOrd="0" presId="urn:microsoft.com/office/officeart/2005/8/layout/hierarchy1"/>
    <dgm:cxn modelId="{0BE6CBFC-336C-4964-A6DD-CDC97FF3B4FA}" type="presParOf" srcId="{A8F2C94E-086A-44AD-8BA5-3C1DF8272007}" destId="{BBC5D6A2-420B-4534-99F6-C9989D5CD029}" srcOrd="1" destOrd="0" presId="urn:microsoft.com/office/officeart/2005/8/layout/hierarchy1"/>
    <dgm:cxn modelId="{3D0CA3B8-4F24-48D4-AD55-0F5660B8AE12}" type="presParOf" srcId="{B3ECC666-B040-4DB3-8387-41E698BEE32E}" destId="{739D2FF2-0B03-4E80-84F4-5515D1C9396E}" srcOrd="2" destOrd="0" presId="urn:microsoft.com/office/officeart/2005/8/layout/hierarchy1"/>
    <dgm:cxn modelId="{DB09FA8A-17A4-458F-A853-D02B660662D4}" type="presParOf" srcId="{739D2FF2-0B03-4E80-84F4-5515D1C9396E}" destId="{799B6F09-5394-447A-BB34-801216C8DC17}" srcOrd="0" destOrd="0" presId="urn:microsoft.com/office/officeart/2005/8/layout/hierarchy1"/>
    <dgm:cxn modelId="{004B9E36-F870-4E16-BCDA-48F6736471C0}" type="presParOf" srcId="{799B6F09-5394-447A-BB34-801216C8DC17}" destId="{C01D6B0A-6007-4CBF-A9A9-466B83FED2B4}" srcOrd="0" destOrd="0" presId="urn:microsoft.com/office/officeart/2005/8/layout/hierarchy1"/>
    <dgm:cxn modelId="{04924990-129E-4383-9F40-40E30CD75772}" type="presParOf" srcId="{799B6F09-5394-447A-BB34-801216C8DC17}" destId="{501FCC5A-92E0-4D89-B5A5-05013D16066C}" srcOrd="1" destOrd="0" presId="urn:microsoft.com/office/officeart/2005/8/layout/hierarchy1"/>
    <dgm:cxn modelId="{AF24EF0F-7B7E-4870-892E-F59273CED674}" type="presParOf" srcId="{739D2FF2-0B03-4E80-84F4-5515D1C9396E}" destId="{9CEBE2EF-2E98-44B6-92A8-69972B6EC8A7}" srcOrd="1" destOrd="0" presId="urn:microsoft.com/office/officeart/2005/8/layout/hierarchy1"/>
    <dgm:cxn modelId="{A3DB2972-B131-4F37-AC02-86E067CAD0D0}" type="presParOf" srcId="{B3ECC666-B040-4DB3-8387-41E698BEE32E}" destId="{FA49194F-8213-4563-9DAE-0FF92943C51B}" srcOrd="3" destOrd="0" presId="urn:microsoft.com/office/officeart/2005/8/layout/hierarchy1"/>
    <dgm:cxn modelId="{878B08C0-0D01-4D47-9C1D-98862A66F107}" type="presParOf" srcId="{FA49194F-8213-4563-9DAE-0FF92943C51B}" destId="{8B9D5B67-A176-41B4-B5A6-38383F373068}" srcOrd="0" destOrd="0" presId="urn:microsoft.com/office/officeart/2005/8/layout/hierarchy1"/>
    <dgm:cxn modelId="{832CB018-E54A-4D8A-9B00-6234BB0222B7}" type="presParOf" srcId="{8B9D5B67-A176-41B4-B5A6-38383F373068}" destId="{13394B8B-177A-4C1F-9F76-3767F2D0D54C}" srcOrd="0" destOrd="0" presId="urn:microsoft.com/office/officeart/2005/8/layout/hierarchy1"/>
    <dgm:cxn modelId="{BC006915-3AF4-472F-A8F3-7A0D47A2AF41}" type="presParOf" srcId="{8B9D5B67-A176-41B4-B5A6-38383F373068}" destId="{0655F9EA-0E1A-4BED-87B4-F069D9204B49}" srcOrd="1" destOrd="0" presId="urn:microsoft.com/office/officeart/2005/8/layout/hierarchy1"/>
    <dgm:cxn modelId="{40989657-A648-4DF9-BA56-552BDC39289C}" type="presParOf" srcId="{FA49194F-8213-4563-9DAE-0FF92943C51B}" destId="{6EC64966-0E46-4EE0-A934-D1CC94C6C1EF}" srcOrd="1" destOrd="0" presId="urn:microsoft.com/office/officeart/2005/8/layout/hierarchy1"/>
    <dgm:cxn modelId="{569FBAB3-17F2-4948-928B-915777DA7541}" type="presParOf" srcId="{B3ECC666-B040-4DB3-8387-41E698BEE32E}" destId="{1A63627C-DA48-43FF-BB80-30169C30EB70}" srcOrd="4" destOrd="0" presId="urn:microsoft.com/office/officeart/2005/8/layout/hierarchy1"/>
    <dgm:cxn modelId="{08E732D6-D75C-403B-AF6C-F17654CC9605}" type="presParOf" srcId="{1A63627C-DA48-43FF-BB80-30169C30EB70}" destId="{D364DD4E-6DB8-4B07-9E75-79B8DDB1F902}" srcOrd="0" destOrd="0" presId="urn:microsoft.com/office/officeart/2005/8/layout/hierarchy1"/>
    <dgm:cxn modelId="{1D46ADB0-835E-4D4C-A0D3-41DF808B2788}" type="presParOf" srcId="{D364DD4E-6DB8-4B07-9E75-79B8DDB1F902}" destId="{804C108B-B945-4E1A-8AEA-73714D5F4915}" srcOrd="0" destOrd="0" presId="urn:microsoft.com/office/officeart/2005/8/layout/hierarchy1"/>
    <dgm:cxn modelId="{3CE3381A-ADF9-450C-91FE-8A09889E30FF}" type="presParOf" srcId="{D364DD4E-6DB8-4B07-9E75-79B8DDB1F902}" destId="{FCD8730F-3023-4D43-B349-3B661BE15569}" srcOrd="1" destOrd="0" presId="urn:microsoft.com/office/officeart/2005/8/layout/hierarchy1"/>
    <dgm:cxn modelId="{DA6F08E4-F633-4212-8C04-459BA902D8EB}" type="presParOf" srcId="{1A63627C-DA48-43FF-BB80-30169C30EB70}" destId="{8803C3BF-3D22-49E2-98A5-5A5900BC9C43}" srcOrd="1" destOrd="0" presId="urn:microsoft.com/office/officeart/2005/8/layout/hierarchy1"/>
    <dgm:cxn modelId="{237F35BD-C765-433E-B388-DF4FFECD2BDB}" type="presParOf" srcId="{B3ECC666-B040-4DB3-8387-41E698BEE32E}" destId="{F06BB00C-D334-4CE2-BB14-C26960872CDD}" srcOrd="5" destOrd="0" presId="urn:microsoft.com/office/officeart/2005/8/layout/hierarchy1"/>
    <dgm:cxn modelId="{D786D82B-BCE7-4F29-9E6D-ACD88DC354AC}" type="presParOf" srcId="{F06BB00C-D334-4CE2-BB14-C26960872CDD}" destId="{F5A86D50-0AC6-4921-A10A-F8FE2E0CD004}" srcOrd="0" destOrd="0" presId="urn:microsoft.com/office/officeart/2005/8/layout/hierarchy1"/>
    <dgm:cxn modelId="{D43357EB-CEEF-4931-BB76-6C672E68625C}" type="presParOf" srcId="{F5A86D50-0AC6-4921-A10A-F8FE2E0CD004}" destId="{D99BC8C5-854F-4C0B-85C1-A3901E2E5B25}" srcOrd="0" destOrd="0" presId="urn:microsoft.com/office/officeart/2005/8/layout/hierarchy1"/>
    <dgm:cxn modelId="{50E55288-2508-4D7F-9ECF-DE8D3311C7D1}" type="presParOf" srcId="{F5A86D50-0AC6-4921-A10A-F8FE2E0CD004}" destId="{A8F539BD-AB3F-4A3A-8A3A-2118FFBBC116}" srcOrd="1" destOrd="0" presId="urn:microsoft.com/office/officeart/2005/8/layout/hierarchy1"/>
    <dgm:cxn modelId="{ED63BF6A-76DD-43B6-84CA-0B6C2C8B3C9C}" type="presParOf" srcId="{F06BB00C-D334-4CE2-BB14-C26960872CDD}" destId="{1276546A-9770-4493-A551-51FCC71F33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C4F383-4A32-4EC6-9668-74EF0B18975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75EA66-A219-4BCF-8FA7-076F9447BD6D}">
      <dgm:prSet/>
      <dgm:spPr/>
      <dgm:t>
        <a:bodyPr/>
        <a:lstStyle/>
        <a:p>
          <a:r>
            <a:rPr lang="en-US" b="1" dirty="0"/>
            <a:t>Background</a:t>
          </a:r>
        </a:p>
      </dgm:t>
    </dgm:pt>
    <dgm:pt modelId="{8B837760-7D8C-4FED-A038-99F9B0700676}" type="parTrans" cxnId="{1EA600D8-EDCB-4CD6-8A22-026ADC2AD31A}">
      <dgm:prSet/>
      <dgm:spPr/>
      <dgm:t>
        <a:bodyPr/>
        <a:lstStyle/>
        <a:p>
          <a:endParaRPr lang="en-US"/>
        </a:p>
      </dgm:t>
    </dgm:pt>
    <dgm:pt modelId="{09B8B4F4-78D5-47C6-BCE4-52EE81C7F33B}" type="sibTrans" cxnId="{1EA600D8-EDCB-4CD6-8A22-026ADC2AD31A}">
      <dgm:prSet/>
      <dgm:spPr/>
      <dgm:t>
        <a:bodyPr/>
        <a:lstStyle/>
        <a:p>
          <a:endParaRPr lang="en-US"/>
        </a:p>
      </dgm:t>
    </dgm:pt>
    <dgm:pt modelId="{CA31F3C0-04C8-44D6-9EE4-DB0562749E42}">
      <dgm:prSet/>
      <dgm:spPr/>
      <dgm:t>
        <a:bodyPr/>
        <a:lstStyle/>
        <a:p>
          <a:r>
            <a:rPr lang="en-US"/>
            <a:t>Data Details</a:t>
          </a:r>
        </a:p>
      </dgm:t>
    </dgm:pt>
    <dgm:pt modelId="{C3748032-2B48-467C-9677-85B5386F314B}" type="parTrans" cxnId="{AD604F88-3A19-4217-B792-026124E02FC4}">
      <dgm:prSet/>
      <dgm:spPr/>
      <dgm:t>
        <a:bodyPr/>
        <a:lstStyle/>
        <a:p>
          <a:endParaRPr lang="en-US"/>
        </a:p>
      </dgm:t>
    </dgm:pt>
    <dgm:pt modelId="{2F6CEEC1-C8C2-4ECC-887D-57EB9BBF5511}" type="sibTrans" cxnId="{AD604F88-3A19-4217-B792-026124E02FC4}">
      <dgm:prSet/>
      <dgm:spPr/>
      <dgm:t>
        <a:bodyPr/>
        <a:lstStyle/>
        <a:p>
          <a:endParaRPr lang="en-US"/>
        </a:p>
      </dgm:t>
    </dgm:pt>
    <dgm:pt modelId="{B633B4C8-F94E-4449-8301-5D852358B5A7}">
      <dgm:prSet/>
      <dgm:spPr/>
      <dgm:t>
        <a:bodyPr/>
        <a:lstStyle/>
        <a:p>
          <a:r>
            <a:rPr lang="en-US"/>
            <a:t>Model Details</a:t>
          </a:r>
        </a:p>
      </dgm:t>
    </dgm:pt>
    <dgm:pt modelId="{CC918D66-BCBC-4DE0-8157-B3CDEF27E303}" type="parTrans" cxnId="{E6C804A5-6A20-4A89-89D8-159B166E6293}">
      <dgm:prSet/>
      <dgm:spPr/>
      <dgm:t>
        <a:bodyPr/>
        <a:lstStyle/>
        <a:p>
          <a:endParaRPr lang="en-US"/>
        </a:p>
      </dgm:t>
    </dgm:pt>
    <dgm:pt modelId="{A2F5A020-D4DB-47FB-9735-DDE582BCD14D}" type="sibTrans" cxnId="{E6C804A5-6A20-4A89-89D8-159B166E6293}">
      <dgm:prSet/>
      <dgm:spPr/>
      <dgm:t>
        <a:bodyPr/>
        <a:lstStyle/>
        <a:p>
          <a:endParaRPr lang="en-US"/>
        </a:p>
      </dgm:t>
    </dgm:pt>
    <dgm:pt modelId="{4637E81C-ED3B-4304-8191-E579C01DBB8F}">
      <dgm:prSet/>
      <dgm:spPr/>
      <dgm:t>
        <a:bodyPr/>
        <a:lstStyle/>
        <a:p>
          <a:r>
            <a:rPr lang="en-US"/>
            <a:t>Performance</a:t>
          </a:r>
        </a:p>
      </dgm:t>
    </dgm:pt>
    <dgm:pt modelId="{D8342A39-1708-4F97-9A40-C1F00232B31D}" type="parTrans" cxnId="{13F0F4A6-FBCF-4A74-AB80-11AA8CB9C4B2}">
      <dgm:prSet/>
      <dgm:spPr/>
      <dgm:t>
        <a:bodyPr/>
        <a:lstStyle/>
        <a:p>
          <a:endParaRPr lang="en-US"/>
        </a:p>
      </dgm:t>
    </dgm:pt>
    <dgm:pt modelId="{8864877B-C5A0-4B5D-9D4C-DE522F19D4FF}" type="sibTrans" cxnId="{13F0F4A6-FBCF-4A74-AB80-11AA8CB9C4B2}">
      <dgm:prSet/>
      <dgm:spPr/>
      <dgm:t>
        <a:bodyPr/>
        <a:lstStyle/>
        <a:p>
          <a:endParaRPr lang="en-US"/>
        </a:p>
      </dgm:t>
    </dgm:pt>
    <dgm:pt modelId="{88C26D5D-D467-432D-9526-566E6970B612}">
      <dgm:prSet/>
      <dgm:spPr/>
      <dgm:t>
        <a:bodyPr/>
        <a:lstStyle/>
        <a:p>
          <a:r>
            <a:rPr lang="en-US"/>
            <a:t>Limitations</a:t>
          </a:r>
        </a:p>
      </dgm:t>
    </dgm:pt>
    <dgm:pt modelId="{84C004D5-8695-4693-9070-DB96474C5E75}" type="parTrans" cxnId="{C0934976-6FE4-475B-BFF6-EECC25D2C87E}">
      <dgm:prSet/>
      <dgm:spPr/>
      <dgm:t>
        <a:bodyPr/>
        <a:lstStyle/>
        <a:p>
          <a:endParaRPr lang="en-US"/>
        </a:p>
      </dgm:t>
    </dgm:pt>
    <dgm:pt modelId="{1A5A4C28-B6F6-4C64-BF5F-6AF83F6E218B}" type="sibTrans" cxnId="{C0934976-6FE4-475B-BFF6-EECC25D2C87E}">
      <dgm:prSet/>
      <dgm:spPr/>
      <dgm:t>
        <a:bodyPr/>
        <a:lstStyle/>
        <a:p>
          <a:endParaRPr lang="en-US"/>
        </a:p>
      </dgm:t>
    </dgm:pt>
    <dgm:pt modelId="{E465ECD6-B74F-4B1E-A2A8-7655AB9E9084}">
      <dgm:prSet/>
      <dgm:spPr/>
      <dgm:t>
        <a:bodyPr/>
        <a:lstStyle/>
        <a:p>
          <a:r>
            <a:rPr lang="en-US"/>
            <a:t>Discussion</a:t>
          </a:r>
        </a:p>
      </dgm:t>
    </dgm:pt>
    <dgm:pt modelId="{CBF38C19-D2A4-42B8-A0B0-BAA6919DE7C4}" type="parTrans" cxnId="{A6AA590F-4EFC-49B5-9F95-2A2661142BBE}">
      <dgm:prSet/>
      <dgm:spPr/>
      <dgm:t>
        <a:bodyPr/>
        <a:lstStyle/>
        <a:p>
          <a:endParaRPr lang="en-US"/>
        </a:p>
      </dgm:t>
    </dgm:pt>
    <dgm:pt modelId="{B45E4BF5-2468-47FB-BAF3-BAFBFB38BE92}" type="sibTrans" cxnId="{A6AA590F-4EFC-49B5-9F95-2A2661142BBE}">
      <dgm:prSet/>
      <dgm:spPr/>
      <dgm:t>
        <a:bodyPr/>
        <a:lstStyle/>
        <a:p>
          <a:endParaRPr lang="en-US"/>
        </a:p>
      </dgm:t>
    </dgm:pt>
    <dgm:pt modelId="{B3ECC666-B040-4DB3-8387-41E698BEE32E}" type="pres">
      <dgm:prSet presAssocID="{6EC4F383-4A32-4EC6-9668-74EF0B1897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72FE66E-74E5-4995-9C86-7ADE90AFE9AF}" type="pres">
      <dgm:prSet presAssocID="{2D75EA66-A219-4BCF-8FA7-076F9447BD6D}" presName="hierRoot1" presStyleCnt="0"/>
      <dgm:spPr/>
    </dgm:pt>
    <dgm:pt modelId="{81E047FB-80D5-400C-B8C0-F0F89E3DCEC5}" type="pres">
      <dgm:prSet presAssocID="{2D75EA66-A219-4BCF-8FA7-076F9447BD6D}" presName="composite" presStyleCnt="0"/>
      <dgm:spPr/>
    </dgm:pt>
    <dgm:pt modelId="{50DB8394-8065-489B-8A0A-833B3904CF8F}" type="pres">
      <dgm:prSet presAssocID="{2D75EA66-A219-4BCF-8FA7-076F9447BD6D}" presName="background" presStyleLbl="node0" presStyleIdx="0" presStyleCnt="6"/>
      <dgm:spPr/>
    </dgm:pt>
    <dgm:pt modelId="{44B1FFB5-6761-4140-967B-7CD52473FFC0}" type="pres">
      <dgm:prSet presAssocID="{2D75EA66-A219-4BCF-8FA7-076F9447BD6D}" presName="text" presStyleLbl="fgAcc0" presStyleIdx="0" presStyleCnt="6">
        <dgm:presLayoutVars>
          <dgm:chPref val="3"/>
        </dgm:presLayoutVars>
      </dgm:prSet>
      <dgm:spPr/>
    </dgm:pt>
    <dgm:pt modelId="{68C0ACF9-6547-437F-B3B1-CD802BDBB65C}" type="pres">
      <dgm:prSet presAssocID="{2D75EA66-A219-4BCF-8FA7-076F9447BD6D}" presName="hierChild2" presStyleCnt="0"/>
      <dgm:spPr/>
    </dgm:pt>
    <dgm:pt modelId="{A8F2C94E-086A-44AD-8BA5-3C1DF8272007}" type="pres">
      <dgm:prSet presAssocID="{CA31F3C0-04C8-44D6-9EE4-DB0562749E42}" presName="hierRoot1" presStyleCnt="0"/>
      <dgm:spPr/>
    </dgm:pt>
    <dgm:pt modelId="{534306BA-E762-43CF-83E5-D3E4D6964791}" type="pres">
      <dgm:prSet presAssocID="{CA31F3C0-04C8-44D6-9EE4-DB0562749E42}" presName="composite" presStyleCnt="0"/>
      <dgm:spPr/>
    </dgm:pt>
    <dgm:pt modelId="{71F729D4-B262-425F-9EFF-433C8C2A00ED}" type="pres">
      <dgm:prSet presAssocID="{CA31F3C0-04C8-44D6-9EE4-DB0562749E42}" presName="background" presStyleLbl="node0" presStyleIdx="1" presStyleCnt="6"/>
      <dgm:spPr/>
    </dgm:pt>
    <dgm:pt modelId="{D4CF1116-2DCE-4213-8375-0301575973A5}" type="pres">
      <dgm:prSet presAssocID="{CA31F3C0-04C8-44D6-9EE4-DB0562749E42}" presName="text" presStyleLbl="fgAcc0" presStyleIdx="1" presStyleCnt="6">
        <dgm:presLayoutVars>
          <dgm:chPref val="3"/>
        </dgm:presLayoutVars>
      </dgm:prSet>
      <dgm:spPr/>
    </dgm:pt>
    <dgm:pt modelId="{BBC5D6A2-420B-4534-99F6-C9989D5CD029}" type="pres">
      <dgm:prSet presAssocID="{CA31F3C0-04C8-44D6-9EE4-DB0562749E42}" presName="hierChild2" presStyleCnt="0"/>
      <dgm:spPr/>
    </dgm:pt>
    <dgm:pt modelId="{739D2FF2-0B03-4E80-84F4-5515D1C9396E}" type="pres">
      <dgm:prSet presAssocID="{B633B4C8-F94E-4449-8301-5D852358B5A7}" presName="hierRoot1" presStyleCnt="0"/>
      <dgm:spPr/>
    </dgm:pt>
    <dgm:pt modelId="{799B6F09-5394-447A-BB34-801216C8DC17}" type="pres">
      <dgm:prSet presAssocID="{B633B4C8-F94E-4449-8301-5D852358B5A7}" presName="composite" presStyleCnt="0"/>
      <dgm:spPr/>
    </dgm:pt>
    <dgm:pt modelId="{C01D6B0A-6007-4CBF-A9A9-466B83FED2B4}" type="pres">
      <dgm:prSet presAssocID="{B633B4C8-F94E-4449-8301-5D852358B5A7}" presName="background" presStyleLbl="node0" presStyleIdx="2" presStyleCnt="6"/>
      <dgm:spPr/>
    </dgm:pt>
    <dgm:pt modelId="{501FCC5A-92E0-4D89-B5A5-05013D16066C}" type="pres">
      <dgm:prSet presAssocID="{B633B4C8-F94E-4449-8301-5D852358B5A7}" presName="text" presStyleLbl="fgAcc0" presStyleIdx="2" presStyleCnt="6">
        <dgm:presLayoutVars>
          <dgm:chPref val="3"/>
        </dgm:presLayoutVars>
      </dgm:prSet>
      <dgm:spPr/>
    </dgm:pt>
    <dgm:pt modelId="{9CEBE2EF-2E98-44B6-92A8-69972B6EC8A7}" type="pres">
      <dgm:prSet presAssocID="{B633B4C8-F94E-4449-8301-5D852358B5A7}" presName="hierChild2" presStyleCnt="0"/>
      <dgm:spPr/>
    </dgm:pt>
    <dgm:pt modelId="{FA49194F-8213-4563-9DAE-0FF92943C51B}" type="pres">
      <dgm:prSet presAssocID="{4637E81C-ED3B-4304-8191-E579C01DBB8F}" presName="hierRoot1" presStyleCnt="0"/>
      <dgm:spPr/>
    </dgm:pt>
    <dgm:pt modelId="{8B9D5B67-A176-41B4-B5A6-38383F373068}" type="pres">
      <dgm:prSet presAssocID="{4637E81C-ED3B-4304-8191-E579C01DBB8F}" presName="composite" presStyleCnt="0"/>
      <dgm:spPr/>
    </dgm:pt>
    <dgm:pt modelId="{13394B8B-177A-4C1F-9F76-3767F2D0D54C}" type="pres">
      <dgm:prSet presAssocID="{4637E81C-ED3B-4304-8191-E579C01DBB8F}" presName="background" presStyleLbl="node0" presStyleIdx="3" presStyleCnt="6"/>
      <dgm:spPr/>
    </dgm:pt>
    <dgm:pt modelId="{0655F9EA-0E1A-4BED-87B4-F069D9204B49}" type="pres">
      <dgm:prSet presAssocID="{4637E81C-ED3B-4304-8191-E579C01DBB8F}" presName="text" presStyleLbl="fgAcc0" presStyleIdx="3" presStyleCnt="6">
        <dgm:presLayoutVars>
          <dgm:chPref val="3"/>
        </dgm:presLayoutVars>
      </dgm:prSet>
      <dgm:spPr/>
    </dgm:pt>
    <dgm:pt modelId="{6EC64966-0E46-4EE0-A934-D1CC94C6C1EF}" type="pres">
      <dgm:prSet presAssocID="{4637E81C-ED3B-4304-8191-E579C01DBB8F}" presName="hierChild2" presStyleCnt="0"/>
      <dgm:spPr/>
    </dgm:pt>
    <dgm:pt modelId="{1A63627C-DA48-43FF-BB80-30169C30EB70}" type="pres">
      <dgm:prSet presAssocID="{88C26D5D-D467-432D-9526-566E6970B612}" presName="hierRoot1" presStyleCnt="0"/>
      <dgm:spPr/>
    </dgm:pt>
    <dgm:pt modelId="{D364DD4E-6DB8-4B07-9E75-79B8DDB1F902}" type="pres">
      <dgm:prSet presAssocID="{88C26D5D-D467-432D-9526-566E6970B612}" presName="composite" presStyleCnt="0"/>
      <dgm:spPr/>
    </dgm:pt>
    <dgm:pt modelId="{804C108B-B945-4E1A-8AEA-73714D5F4915}" type="pres">
      <dgm:prSet presAssocID="{88C26D5D-D467-432D-9526-566E6970B612}" presName="background" presStyleLbl="node0" presStyleIdx="4" presStyleCnt="6"/>
      <dgm:spPr/>
    </dgm:pt>
    <dgm:pt modelId="{FCD8730F-3023-4D43-B349-3B661BE15569}" type="pres">
      <dgm:prSet presAssocID="{88C26D5D-D467-432D-9526-566E6970B612}" presName="text" presStyleLbl="fgAcc0" presStyleIdx="4" presStyleCnt="6">
        <dgm:presLayoutVars>
          <dgm:chPref val="3"/>
        </dgm:presLayoutVars>
      </dgm:prSet>
      <dgm:spPr/>
    </dgm:pt>
    <dgm:pt modelId="{8803C3BF-3D22-49E2-98A5-5A5900BC9C43}" type="pres">
      <dgm:prSet presAssocID="{88C26D5D-D467-432D-9526-566E6970B612}" presName="hierChild2" presStyleCnt="0"/>
      <dgm:spPr/>
    </dgm:pt>
    <dgm:pt modelId="{F06BB00C-D334-4CE2-BB14-C26960872CDD}" type="pres">
      <dgm:prSet presAssocID="{E465ECD6-B74F-4B1E-A2A8-7655AB9E9084}" presName="hierRoot1" presStyleCnt="0"/>
      <dgm:spPr/>
    </dgm:pt>
    <dgm:pt modelId="{F5A86D50-0AC6-4921-A10A-F8FE2E0CD004}" type="pres">
      <dgm:prSet presAssocID="{E465ECD6-B74F-4B1E-A2A8-7655AB9E9084}" presName="composite" presStyleCnt="0"/>
      <dgm:spPr/>
    </dgm:pt>
    <dgm:pt modelId="{D99BC8C5-854F-4C0B-85C1-A3901E2E5B25}" type="pres">
      <dgm:prSet presAssocID="{E465ECD6-B74F-4B1E-A2A8-7655AB9E9084}" presName="background" presStyleLbl="node0" presStyleIdx="5" presStyleCnt="6"/>
      <dgm:spPr/>
    </dgm:pt>
    <dgm:pt modelId="{A8F539BD-AB3F-4A3A-8A3A-2118FFBBC116}" type="pres">
      <dgm:prSet presAssocID="{E465ECD6-B74F-4B1E-A2A8-7655AB9E9084}" presName="text" presStyleLbl="fgAcc0" presStyleIdx="5" presStyleCnt="6">
        <dgm:presLayoutVars>
          <dgm:chPref val="3"/>
        </dgm:presLayoutVars>
      </dgm:prSet>
      <dgm:spPr/>
    </dgm:pt>
    <dgm:pt modelId="{1276546A-9770-4493-A551-51FCC71F3392}" type="pres">
      <dgm:prSet presAssocID="{E465ECD6-B74F-4B1E-A2A8-7655AB9E9084}" presName="hierChild2" presStyleCnt="0"/>
      <dgm:spPr/>
    </dgm:pt>
  </dgm:ptLst>
  <dgm:cxnLst>
    <dgm:cxn modelId="{A6AA590F-4EFC-49B5-9F95-2A2661142BBE}" srcId="{6EC4F383-4A32-4EC6-9668-74EF0B18975B}" destId="{E465ECD6-B74F-4B1E-A2A8-7655AB9E9084}" srcOrd="5" destOrd="0" parTransId="{CBF38C19-D2A4-42B8-A0B0-BAA6919DE7C4}" sibTransId="{B45E4BF5-2468-47FB-BAF3-BAFBFB38BE92}"/>
    <dgm:cxn modelId="{4FC6D318-FFA2-41FB-B77A-B4DF09F1BC32}" type="presOf" srcId="{CA31F3C0-04C8-44D6-9EE4-DB0562749E42}" destId="{D4CF1116-2DCE-4213-8375-0301575973A5}" srcOrd="0" destOrd="0" presId="urn:microsoft.com/office/officeart/2005/8/layout/hierarchy1"/>
    <dgm:cxn modelId="{59E90621-665D-4483-9BA2-5CCAE2AF170B}" type="presOf" srcId="{88C26D5D-D467-432D-9526-566E6970B612}" destId="{FCD8730F-3023-4D43-B349-3B661BE15569}" srcOrd="0" destOrd="0" presId="urn:microsoft.com/office/officeart/2005/8/layout/hierarchy1"/>
    <dgm:cxn modelId="{E1D21D5B-646A-4ED8-A1A0-58CE5C226262}" type="presOf" srcId="{B633B4C8-F94E-4449-8301-5D852358B5A7}" destId="{501FCC5A-92E0-4D89-B5A5-05013D16066C}" srcOrd="0" destOrd="0" presId="urn:microsoft.com/office/officeart/2005/8/layout/hierarchy1"/>
    <dgm:cxn modelId="{0D5F385B-99C3-42CF-B1A6-22439B47D02B}" type="presOf" srcId="{6EC4F383-4A32-4EC6-9668-74EF0B18975B}" destId="{B3ECC666-B040-4DB3-8387-41E698BEE32E}" srcOrd="0" destOrd="0" presId="urn:microsoft.com/office/officeart/2005/8/layout/hierarchy1"/>
    <dgm:cxn modelId="{C376DA60-8EBE-4C07-A791-8E855FF97B8E}" type="presOf" srcId="{2D75EA66-A219-4BCF-8FA7-076F9447BD6D}" destId="{44B1FFB5-6761-4140-967B-7CD52473FFC0}" srcOrd="0" destOrd="0" presId="urn:microsoft.com/office/officeart/2005/8/layout/hierarchy1"/>
    <dgm:cxn modelId="{CDFADD69-6BF1-4699-8DFE-0A861BA65D16}" type="presOf" srcId="{E465ECD6-B74F-4B1E-A2A8-7655AB9E9084}" destId="{A8F539BD-AB3F-4A3A-8A3A-2118FFBBC116}" srcOrd="0" destOrd="0" presId="urn:microsoft.com/office/officeart/2005/8/layout/hierarchy1"/>
    <dgm:cxn modelId="{C0934976-6FE4-475B-BFF6-EECC25D2C87E}" srcId="{6EC4F383-4A32-4EC6-9668-74EF0B18975B}" destId="{88C26D5D-D467-432D-9526-566E6970B612}" srcOrd="4" destOrd="0" parTransId="{84C004D5-8695-4693-9070-DB96474C5E75}" sibTransId="{1A5A4C28-B6F6-4C64-BF5F-6AF83F6E218B}"/>
    <dgm:cxn modelId="{384F0978-B4A1-4759-ACC1-94474B1863AA}" type="presOf" srcId="{4637E81C-ED3B-4304-8191-E579C01DBB8F}" destId="{0655F9EA-0E1A-4BED-87B4-F069D9204B49}" srcOrd="0" destOrd="0" presId="urn:microsoft.com/office/officeart/2005/8/layout/hierarchy1"/>
    <dgm:cxn modelId="{AD604F88-3A19-4217-B792-026124E02FC4}" srcId="{6EC4F383-4A32-4EC6-9668-74EF0B18975B}" destId="{CA31F3C0-04C8-44D6-9EE4-DB0562749E42}" srcOrd="1" destOrd="0" parTransId="{C3748032-2B48-467C-9677-85B5386F314B}" sibTransId="{2F6CEEC1-C8C2-4ECC-887D-57EB9BBF5511}"/>
    <dgm:cxn modelId="{E6C804A5-6A20-4A89-89D8-159B166E6293}" srcId="{6EC4F383-4A32-4EC6-9668-74EF0B18975B}" destId="{B633B4C8-F94E-4449-8301-5D852358B5A7}" srcOrd="2" destOrd="0" parTransId="{CC918D66-BCBC-4DE0-8157-B3CDEF27E303}" sibTransId="{A2F5A020-D4DB-47FB-9735-DDE582BCD14D}"/>
    <dgm:cxn modelId="{13F0F4A6-FBCF-4A74-AB80-11AA8CB9C4B2}" srcId="{6EC4F383-4A32-4EC6-9668-74EF0B18975B}" destId="{4637E81C-ED3B-4304-8191-E579C01DBB8F}" srcOrd="3" destOrd="0" parTransId="{D8342A39-1708-4F97-9A40-C1F00232B31D}" sibTransId="{8864877B-C5A0-4B5D-9D4C-DE522F19D4FF}"/>
    <dgm:cxn modelId="{1EA600D8-EDCB-4CD6-8A22-026ADC2AD31A}" srcId="{6EC4F383-4A32-4EC6-9668-74EF0B18975B}" destId="{2D75EA66-A219-4BCF-8FA7-076F9447BD6D}" srcOrd="0" destOrd="0" parTransId="{8B837760-7D8C-4FED-A038-99F9B0700676}" sibTransId="{09B8B4F4-78D5-47C6-BCE4-52EE81C7F33B}"/>
    <dgm:cxn modelId="{821C977F-7245-4CBD-9782-A25138058D2F}" type="presParOf" srcId="{B3ECC666-B040-4DB3-8387-41E698BEE32E}" destId="{C72FE66E-74E5-4995-9C86-7ADE90AFE9AF}" srcOrd="0" destOrd="0" presId="urn:microsoft.com/office/officeart/2005/8/layout/hierarchy1"/>
    <dgm:cxn modelId="{87CE8416-35B8-4AA9-8243-DF0379DAD6A1}" type="presParOf" srcId="{C72FE66E-74E5-4995-9C86-7ADE90AFE9AF}" destId="{81E047FB-80D5-400C-B8C0-F0F89E3DCEC5}" srcOrd="0" destOrd="0" presId="urn:microsoft.com/office/officeart/2005/8/layout/hierarchy1"/>
    <dgm:cxn modelId="{39A1C55D-378E-47ED-8A59-2307A8F2C685}" type="presParOf" srcId="{81E047FB-80D5-400C-B8C0-F0F89E3DCEC5}" destId="{50DB8394-8065-489B-8A0A-833B3904CF8F}" srcOrd="0" destOrd="0" presId="urn:microsoft.com/office/officeart/2005/8/layout/hierarchy1"/>
    <dgm:cxn modelId="{89C2E235-70DE-43A5-903E-E2FC7A2961D9}" type="presParOf" srcId="{81E047FB-80D5-400C-B8C0-F0F89E3DCEC5}" destId="{44B1FFB5-6761-4140-967B-7CD52473FFC0}" srcOrd="1" destOrd="0" presId="urn:microsoft.com/office/officeart/2005/8/layout/hierarchy1"/>
    <dgm:cxn modelId="{8DACF2D5-9F1F-4BAD-9273-FBF70257E9D4}" type="presParOf" srcId="{C72FE66E-74E5-4995-9C86-7ADE90AFE9AF}" destId="{68C0ACF9-6547-437F-B3B1-CD802BDBB65C}" srcOrd="1" destOrd="0" presId="urn:microsoft.com/office/officeart/2005/8/layout/hierarchy1"/>
    <dgm:cxn modelId="{CE7C52C4-454F-49E2-8A81-CAEC46858605}" type="presParOf" srcId="{B3ECC666-B040-4DB3-8387-41E698BEE32E}" destId="{A8F2C94E-086A-44AD-8BA5-3C1DF8272007}" srcOrd="1" destOrd="0" presId="urn:microsoft.com/office/officeart/2005/8/layout/hierarchy1"/>
    <dgm:cxn modelId="{B0A9B52E-51F2-42BA-A35F-13746635BC16}" type="presParOf" srcId="{A8F2C94E-086A-44AD-8BA5-3C1DF8272007}" destId="{534306BA-E762-43CF-83E5-D3E4D6964791}" srcOrd="0" destOrd="0" presId="urn:microsoft.com/office/officeart/2005/8/layout/hierarchy1"/>
    <dgm:cxn modelId="{7D5A4D2C-6B7A-466C-993E-F778BE75C472}" type="presParOf" srcId="{534306BA-E762-43CF-83E5-D3E4D6964791}" destId="{71F729D4-B262-425F-9EFF-433C8C2A00ED}" srcOrd="0" destOrd="0" presId="urn:microsoft.com/office/officeart/2005/8/layout/hierarchy1"/>
    <dgm:cxn modelId="{D896F96F-1285-4C0F-B74E-54E121FC9823}" type="presParOf" srcId="{534306BA-E762-43CF-83E5-D3E4D6964791}" destId="{D4CF1116-2DCE-4213-8375-0301575973A5}" srcOrd="1" destOrd="0" presId="urn:microsoft.com/office/officeart/2005/8/layout/hierarchy1"/>
    <dgm:cxn modelId="{0BE6CBFC-336C-4964-A6DD-CDC97FF3B4FA}" type="presParOf" srcId="{A8F2C94E-086A-44AD-8BA5-3C1DF8272007}" destId="{BBC5D6A2-420B-4534-99F6-C9989D5CD029}" srcOrd="1" destOrd="0" presId="urn:microsoft.com/office/officeart/2005/8/layout/hierarchy1"/>
    <dgm:cxn modelId="{3D0CA3B8-4F24-48D4-AD55-0F5660B8AE12}" type="presParOf" srcId="{B3ECC666-B040-4DB3-8387-41E698BEE32E}" destId="{739D2FF2-0B03-4E80-84F4-5515D1C9396E}" srcOrd="2" destOrd="0" presId="urn:microsoft.com/office/officeart/2005/8/layout/hierarchy1"/>
    <dgm:cxn modelId="{DB09FA8A-17A4-458F-A853-D02B660662D4}" type="presParOf" srcId="{739D2FF2-0B03-4E80-84F4-5515D1C9396E}" destId="{799B6F09-5394-447A-BB34-801216C8DC17}" srcOrd="0" destOrd="0" presId="urn:microsoft.com/office/officeart/2005/8/layout/hierarchy1"/>
    <dgm:cxn modelId="{004B9E36-F870-4E16-BCDA-48F6736471C0}" type="presParOf" srcId="{799B6F09-5394-447A-BB34-801216C8DC17}" destId="{C01D6B0A-6007-4CBF-A9A9-466B83FED2B4}" srcOrd="0" destOrd="0" presId="urn:microsoft.com/office/officeart/2005/8/layout/hierarchy1"/>
    <dgm:cxn modelId="{04924990-129E-4383-9F40-40E30CD75772}" type="presParOf" srcId="{799B6F09-5394-447A-BB34-801216C8DC17}" destId="{501FCC5A-92E0-4D89-B5A5-05013D16066C}" srcOrd="1" destOrd="0" presId="urn:microsoft.com/office/officeart/2005/8/layout/hierarchy1"/>
    <dgm:cxn modelId="{AF24EF0F-7B7E-4870-892E-F59273CED674}" type="presParOf" srcId="{739D2FF2-0B03-4E80-84F4-5515D1C9396E}" destId="{9CEBE2EF-2E98-44B6-92A8-69972B6EC8A7}" srcOrd="1" destOrd="0" presId="urn:microsoft.com/office/officeart/2005/8/layout/hierarchy1"/>
    <dgm:cxn modelId="{A3DB2972-B131-4F37-AC02-86E067CAD0D0}" type="presParOf" srcId="{B3ECC666-B040-4DB3-8387-41E698BEE32E}" destId="{FA49194F-8213-4563-9DAE-0FF92943C51B}" srcOrd="3" destOrd="0" presId="urn:microsoft.com/office/officeart/2005/8/layout/hierarchy1"/>
    <dgm:cxn modelId="{878B08C0-0D01-4D47-9C1D-98862A66F107}" type="presParOf" srcId="{FA49194F-8213-4563-9DAE-0FF92943C51B}" destId="{8B9D5B67-A176-41B4-B5A6-38383F373068}" srcOrd="0" destOrd="0" presId="urn:microsoft.com/office/officeart/2005/8/layout/hierarchy1"/>
    <dgm:cxn modelId="{832CB018-E54A-4D8A-9B00-6234BB0222B7}" type="presParOf" srcId="{8B9D5B67-A176-41B4-B5A6-38383F373068}" destId="{13394B8B-177A-4C1F-9F76-3767F2D0D54C}" srcOrd="0" destOrd="0" presId="urn:microsoft.com/office/officeart/2005/8/layout/hierarchy1"/>
    <dgm:cxn modelId="{BC006915-3AF4-472F-A8F3-7A0D47A2AF41}" type="presParOf" srcId="{8B9D5B67-A176-41B4-B5A6-38383F373068}" destId="{0655F9EA-0E1A-4BED-87B4-F069D9204B49}" srcOrd="1" destOrd="0" presId="urn:microsoft.com/office/officeart/2005/8/layout/hierarchy1"/>
    <dgm:cxn modelId="{40989657-A648-4DF9-BA56-552BDC39289C}" type="presParOf" srcId="{FA49194F-8213-4563-9DAE-0FF92943C51B}" destId="{6EC64966-0E46-4EE0-A934-D1CC94C6C1EF}" srcOrd="1" destOrd="0" presId="urn:microsoft.com/office/officeart/2005/8/layout/hierarchy1"/>
    <dgm:cxn modelId="{569FBAB3-17F2-4948-928B-915777DA7541}" type="presParOf" srcId="{B3ECC666-B040-4DB3-8387-41E698BEE32E}" destId="{1A63627C-DA48-43FF-BB80-30169C30EB70}" srcOrd="4" destOrd="0" presId="urn:microsoft.com/office/officeart/2005/8/layout/hierarchy1"/>
    <dgm:cxn modelId="{08E732D6-D75C-403B-AF6C-F17654CC9605}" type="presParOf" srcId="{1A63627C-DA48-43FF-BB80-30169C30EB70}" destId="{D364DD4E-6DB8-4B07-9E75-79B8DDB1F902}" srcOrd="0" destOrd="0" presId="urn:microsoft.com/office/officeart/2005/8/layout/hierarchy1"/>
    <dgm:cxn modelId="{1D46ADB0-835E-4D4C-A0D3-41DF808B2788}" type="presParOf" srcId="{D364DD4E-6DB8-4B07-9E75-79B8DDB1F902}" destId="{804C108B-B945-4E1A-8AEA-73714D5F4915}" srcOrd="0" destOrd="0" presId="urn:microsoft.com/office/officeart/2005/8/layout/hierarchy1"/>
    <dgm:cxn modelId="{3CE3381A-ADF9-450C-91FE-8A09889E30FF}" type="presParOf" srcId="{D364DD4E-6DB8-4B07-9E75-79B8DDB1F902}" destId="{FCD8730F-3023-4D43-B349-3B661BE15569}" srcOrd="1" destOrd="0" presId="urn:microsoft.com/office/officeart/2005/8/layout/hierarchy1"/>
    <dgm:cxn modelId="{DA6F08E4-F633-4212-8C04-459BA902D8EB}" type="presParOf" srcId="{1A63627C-DA48-43FF-BB80-30169C30EB70}" destId="{8803C3BF-3D22-49E2-98A5-5A5900BC9C43}" srcOrd="1" destOrd="0" presId="urn:microsoft.com/office/officeart/2005/8/layout/hierarchy1"/>
    <dgm:cxn modelId="{237F35BD-C765-433E-B388-DF4FFECD2BDB}" type="presParOf" srcId="{B3ECC666-B040-4DB3-8387-41E698BEE32E}" destId="{F06BB00C-D334-4CE2-BB14-C26960872CDD}" srcOrd="5" destOrd="0" presId="urn:microsoft.com/office/officeart/2005/8/layout/hierarchy1"/>
    <dgm:cxn modelId="{D786D82B-BCE7-4F29-9E6D-ACD88DC354AC}" type="presParOf" srcId="{F06BB00C-D334-4CE2-BB14-C26960872CDD}" destId="{F5A86D50-0AC6-4921-A10A-F8FE2E0CD004}" srcOrd="0" destOrd="0" presId="urn:microsoft.com/office/officeart/2005/8/layout/hierarchy1"/>
    <dgm:cxn modelId="{D43357EB-CEEF-4931-BB76-6C672E68625C}" type="presParOf" srcId="{F5A86D50-0AC6-4921-A10A-F8FE2E0CD004}" destId="{D99BC8C5-854F-4C0B-85C1-A3901E2E5B25}" srcOrd="0" destOrd="0" presId="urn:microsoft.com/office/officeart/2005/8/layout/hierarchy1"/>
    <dgm:cxn modelId="{50E55288-2508-4D7F-9ECF-DE8D3311C7D1}" type="presParOf" srcId="{F5A86D50-0AC6-4921-A10A-F8FE2E0CD004}" destId="{A8F539BD-AB3F-4A3A-8A3A-2118FFBBC116}" srcOrd="1" destOrd="0" presId="urn:microsoft.com/office/officeart/2005/8/layout/hierarchy1"/>
    <dgm:cxn modelId="{ED63BF6A-76DD-43B6-84CA-0B6C2C8B3C9C}" type="presParOf" srcId="{F06BB00C-D334-4CE2-BB14-C26960872CDD}" destId="{1276546A-9770-4493-A551-51FCC71F33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C4F383-4A32-4EC6-9668-74EF0B18975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75EA66-A219-4BCF-8FA7-076F9447BD6D}">
      <dgm:prSet/>
      <dgm:spPr/>
      <dgm:t>
        <a:bodyPr/>
        <a:lstStyle/>
        <a:p>
          <a:r>
            <a:rPr lang="en-US" dirty="0"/>
            <a:t>Background</a:t>
          </a:r>
        </a:p>
      </dgm:t>
    </dgm:pt>
    <dgm:pt modelId="{8B837760-7D8C-4FED-A038-99F9B0700676}" type="parTrans" cxnId="{1EA600D8-EDCB-4CD6-8A22-026ADC2AD31A}">
      <dgm:prSet/>
      <dgm:spPr/>
      <dgm:t>
        <a:bodyPr/>
        <a:lstStyle/>
        <a:p>
          <a:endParaRPr lang="en-US"/>
        </a:p>
      </dgm:t>
    </dgm:pt>
    <dgm:pt modelId="{09B8B4F4-78D5-47C6-BCE4-52EE81C7F33B}" type="sibTrans" cxnId="{1EA600D8-EDCB-4CD6-8A22-026ADC2AD31A}">
      <dgm:prSet/>
      <dgm:spPr/>
      <dgm:t>
        <a:bodyPr/>
        <a:lstStyle/>
        <a:p>
          <a:endParaRPr lang="en-US"/>
        </a:p>
      </dgm:t>
    </dgm:pt>
    <dgm:pt modelId="{CA31F3C0-04C8-44D6-9EE4-DB0562749E42}">
      <dgm:prSet/>
      <dgm:spPr/>
      <dgm:t>
        <a:bodyPr/>
        <a:lstStyle/>
        <a:p>
          <a:r>
            <a:rPr lang="en-US" b="1" dirty="0"/>
            <a:t>Data Details</a:t>
          </a:r>
        </a:p>
      </dgm:t>
    </dgm:pt>
    <dgm:pt modelId="{C3748032-2B48-467C-9677-85B5386F314B}" type="parTrans" cxnId="{AD604F88-3A19-4217-B792-026124E02FC4}">
      <dgm:prSet/>
      <dgm:spPr/>
      <dgm:t>
        <a:bodyPr/>
        <a:lstStyle/>
        <a:p>
          <a:endParaRPr lang="en-US"/>
        </a:p>
      </dgm:t>
    </dgm:pt>
    <dgm:pt modelId="{2F6CEEC1-C8C2-4ECC-887D-57EB9BBF5511}" type="sibTrans" cxnId="{AD604F88-3A19-4217-B792-026124E02FC4}">
      <dgm:prSet/>
      <dgm:spPr/>
      <dgm:t>
        <a:bodyPr/>
        <a:lstStyle/>
        <a:p>
          <a:endParaRPr lang="en-US"/>
        </a:p>
      </dgm:t>
    </dgm:pt>
    <dgm:pt modelId="{B633B4C8-F94E-4449-8301-5D852358B5A7}">
      <dgm:prSet/>
      <dgm:spPr/>
      <dgm:t>
        <a:bodyPr/>
        <a:lstStyle/>
        <a:p>
          <a:r>
            <a:rPr lang="en-US"/>
            <a:t>Model Details</a:t>
          </a:r>
        </a:p>
      </dgm:t>
    </dgm:pt>
    <dgm:pt modelId="{CC918D66-BCBC-4DE0-8157-B3CDEF27E303}" type="parTrans" cxnId="{E6C804A5-6A20-4A89-89D8-159B166E6293}">
      <dgm:prSet/>
      <dgm:spPr/>
      <dgm:t>
        <a:bodyPr/>
        <a:lstStyle/>
        <a:p>
          <a:endParaRPr lang="en-US"/>
        </a:p>
      </dgm:t>
    </dgm:pt>
    <dgm:pt modelId="{A2F5A020-D4DB-47FB-9735-DDE582BCD14D}" type="sibTrans" cxnId="{E6C804A5-6A20-4A89-89D8-159B166E6293}">
      <dgm:prSet/>
      <dgm:spPr/>
      <dgm:t>
        <a:bodyPr/>
        <a:lstStyle/>
        <a:p>
          <a:endParaRPr lang="en-US"/>
        </a:p>
      </dgm:t>
    </dgm:pt>
    <dgm:pt modelId="{4637E81C-ED3B-4304-8191-E579C01DBB8F}">
      <dgm:prSet/>
      <dgm:spPr/>
      <dgm:t>
        <a:bodyPr/>
        <a:lstStyle/>
        <a:p>
          <a:r>
            <a:rPr lang="en-US"/>
            <a:t>Performance</a:t>
          </a:r>
        </a:p>
      </dgm:t>
    </dgm:pt>
    <dgm:pt modelId="{D8342A39-1708-4F97-9A40-C1F00232B31D}" type="parTrans" cxnId="{13F0F4A6-FBCF-4A74-AB80-11AA8CB9C4B2}">
      <dgm:prSet/>
      <dgm:spPr/>
      <dgm:t>
        <a:bodyPr/>
        <a:lstStyle/>
        <a:p>
          <a:endParaRPr lang="en-US"/>
        </a:p>
      </dgm:t>
    </dgm:pt>
    <dgm:pt modelId="{8864877B-C5A0-4B5D-9D4C-DE522F19D4FF}" type="sibTrans" cxnId="{13F0F4A6-FBCF-4A74-AB80-11AA8CB9C4B2}">
      <dgm:prSet/>
      <dgm:spPr/>
      <dgm:t>
        <a:bodyPr/>
        <a:lstStyle/>
        <a:p>
          <a:endParaRPr lang="en-US"/>
        </a:p>
      </dgm:t>
    </dgm:pt>
    <dgm:pt modelId="{88C26D5D-D467-432D-9526-566E6970B612}">
      <dgm:prSet/>
      <dgm:spPr/>
      <dgm:t>
        <a:bodyPr/>
        <a:lstStyle/>
        <a:p>
          <a:r>
            <a:rPr lang="en-US"/>
            <a:t>Limitations</a:t>
          </a:r>
        </a:p>
      </dgm:t>
    </dgm:pt>
    <dgm:pt modelId="{84C004D5-8695-4693-9070-DB96474C5E75}" type="parTrans" cxnId="{C0934976-6FE4-475B-BFF6-EECC25D2C87E}">
      <dgm:prSet/>
      <dgm:spPr/>
      <dgm:t>
        <a:bodyPr/>
        <a:lstStyle/>
        <a:p>
          <a:endParaRPr lang="en-US"/>
        </a:p>
      </dgm:t>
    </dgm:pt>
    <dgm:pt modelId="{1A5A4C28-B6F6-4C64-BF5F-6AF83F6E218B}" type="sibTrans" cxnId="{C0934976-6FE4-475B-BFF6-EECC25D2C87E}">
      <dgm:prSet/>
      <dgm:spPr/>
      <dgm:t>
        <a:bodyPr/>
        <a:lstStyle/>
        <a:p>
          <a:endParaRPr lang="en-US"/>
        </a:p>
      </dgm:t>
    </dgm:pt>
    <dgm:pt modelId="{E465ECD6-B74F-4B1E-A2A8-7655AB9E9084}">
      <dgm:prSet/>
      <dgm:spPr/>
      <dgm:t>
        <a:bodyPr/>
        <a:lstStyle/>
        <a:p>
          <a:r>
            <a:rPr lang="en-US"/>
            <a:t>Discussion</a:t>
          </a:r>
        </a:p>
      </dgm:t>
    </dgm:pt>
    <dgm:pt modelId="{CBF38C19-D2A4-42B8-A0B0-BAA6919DE7C4}" type="parTrans" cxnId="{A6AA590F-4EFC-49B5-9F95-2A2661142BBE}">
      <dgm:prSet/>
      <dgm:spPr/>
      <dgm:t>
        <a:bodyPr/>
        <a:lstStyle/>
        <a:p>
          <a:endParaRPr lang="en-US"/>
        </a:p>
      </dgm:t>
    </dgm:pt>
    <dgm:pt modelId="{B45E4BF5-2468-47FB-BAF3-BAFBFB38BE92}" type="sibTrans" cxnId="{A6AA590F-4EFC-49B5-9F95-2A2661142BBE}">
      <dgm:prSet/>
      <dgm:spPr/>
      <dgm:t>
        <a:bodyPr/>
        <a:lstStyle/>
        <a:p>
          <a:endParaRPr lang="en-US"/>
        </a:p>
      </dgm:t>
    </dgm:pt>
    <dgm:pt modelId="{B3ECC666-B040-4DB3-8387-41E698BEE32E}" type="pres">
      <dgm:prSet presAssocID="{6EC4F383-4A32-4EC6-9668-74EF0B1897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72FE66E-74E5-4995-9C86-7ADE90AFE9AF}" type="pres">
      <dgm:prSet presAssocID="{2D75EA66-A219-4BCF-8FA7-076F9447BD6D}" presName="hierRoot1" presStyleCnt="0"/>
      <dgm:spPr/>
    </dgm:pt>
    <dgm:pt modelId="{81E047FB-80D5-400C-B8C0-F0F89E3DCEC5}" type="pres">
      <dgm:prSet presAssocID="{2D75EA66-A219-4BCF-8FA7-076F9447BD6D}" presName="composite" presStyleCnt="0"/>
      <dgm:spPr/>
    </dgm:pt>
    <dgm:pt modelId="{50DB8394-8065-489B-8A0A-833B3904CF8F}" type="pres">
      <dgm:prSet presAssocID="{2D75EA66-A219-4BCF-8FA7-076F9447BD6D}" presName="background" presStyleLbl="node0" presStyleIdx="0" presStyleCnt="6"/>
      <dgm:spPr/>
    </dgm:pt>
    <dgm:pt modelId="{44B1FFB5-6761-4140-967B-7CD52473FFC0}" type="pres">
      <dgm:prSet presAssocID="{2D75EA66-A219-4BCF-8FA7-076F9447BD6D}" presName="text" presStyleLbl="fgAcc0" presStyleIdx="0" presStyleCnt="6">
        <dgm:presLayoutVars>
          <dgm:chPref val="3"/>
        </dgm:presLayoutVars>
      </dgm:prSet>
      <dgm:spPr/>
    </dgm:pt>
    <dgm:pt modelId="{68C0ACF9-6547-437F-B3B1-CD802BDBB65C}" type="pres">
      <dgm:prSet presAssocID="{2D75EA66-A219-4BCF-8FA7-076F9447BD6D}" presName="hierChild2" presStyleCnt="0"/>
      <dgm:spPr/>
    </dgm:pt>
    <dgm:pt modelId="{A8F2C94E-086A-44AD-8BA5-3C1DF8272007}" type="pres">
      <dgm:prSet presAssocID="{CA31F3C0-04C8-44D6-9EE4-DB0562749E42}" presName="hierRoot1" presStyleCnt="0"/>
      <dgm:spPr/>
    </dgm:pt>
    <dgm:pt modelId="{534306BA-E762-43CF-83E5-D3E4D6964791}" type="pres">
      <dgm:prSet presAssocID="{CA31F3C0-04C8-44D6-9EE4-DB0562749E42}" presName="composite" presStyleCnt="0"/>
      <dgm:spPr/>
    </dgm:pt>
    <dgm:pt modelId="{71F729D4-B262-425F-9EFF-433C8C2A00ED}" type="pres">
      <dgm:prSet presAssocID="{CA31F3C0-04C8-44D6-9EE4-DB0562749E42}" presName="background" presStyleLbl="node0" presStyleIdx="1" presStyleCnt="6"/>
      <dgm:spPr/>
    </dgm:pt>
    <dgm:pt modelId="{D4CF1116-2DCE-4213-8375-0301575973A5}" type="pres">
      <dgm:prSet presAssocID="{CA31F3C0-04C8-44D6-9EE4-DB0562749E42}" presName="text" presStyleLbl="fgAcc0" presStyleIdx="1" presStyleCnt="6">
        <dgm:presLayoutVars>
          <dgm:chPref val="3"/>
        </dgm:presLayoutVars>
      </dgm:prSet>
      <dgm:spPr/>
    </dgm:pt>
    <dgm:pt modelId="{BBC5D6A2-420B-4534-99F6-C9989D5CD029}" type="pres">
      <dgm:prSet presAssocID="{CA31F3C0-04C8-44D6-9EE4-DB0562749E42}" presName="hierChild2" presStyleCnt="0"/>
      <dgm:spPr/>
    </dgm:pt>
    <dgm:pt modelId="{739D2FF2-0B03-4E80-84F4-5515D1C9396E}" type="pres">
      <dgm:prSet presAssocID="{B633B4C8-F94E-4449-8301-5D852358B5A7}" presName="hierRoot1" presStyleCnt="0"/>
      <dgm:spPr/>
    </dgm:pt>
    <dgm:pt modelId="{799B6F09-5394-447A-BB34-801216C8DC17}" type="pres">
      <dgm:prSet presAssocID="{B633B4C8-F94E-4449-8301-5D852358B5A7}" presName="composite" presStyleCnt="0"/>
      <dgm:spPr/>
    </dgm:pt>
    <dgm:pt modelId="{C01D6B0A-6007-4CBF-A9A9-466B83FED2B4}" type="pres">
      <dgm:prSet presAssocID="{B633B4C8-F94E-4449-8301-5D852358B5A7}" presName="background" presStyleLbl="node0" presStyleIdx="2" presStyleCnt="6"/>
      <dgm:spPr/>
    </dgm:pt>
    <dgm:pt modelId="{501FCC5A-92E0-4D89-B5A5-05013D16066C}" type="pres">
      <dgm:prSet presAssocID="{B633B4C8-F94E-4449-8301-5D852358B5A7}" presName="text" presStyleLbl="fgAcc0" presStyleIdx="2" presStyleCnt="6">
        <dgm:presLayoutVars>
          <dgm:chPref val="3"/>
        </dgm:presLayoutVars>
      </dgm:prSet>
      <dgm:spPr/>
    </dgm:pt>
    <dgm:pt modelId="{9CEBE2EF-2E98-44B6-92A8-69972B6EC8A7}" type="pres">
      <dgm:prSet presAssocID="{B633B4C8-F94E-4449-8301-5D852358B5A7}" presName="hierChild2" presStyleCnt="0"/>
      <dgm:spPr/>
    </dgm:pt>
    <dgm:pt modelId="{FA49194F-8213-4563-9DAE-0FF92943C51B}" type="pres">
      <dgm:prSet presAssocID="{4637E81C-ED3B-4304-8191-E579C01DBB8F}" presName="hierRoot1" presStyleCnt="0"/>
      <dgm:spPr/>
    </dgm:pt>
    <dgm:pt modelId="{8B9D5B67-A176-41B4-B5A6-38383F373068}" type="pres">
      <dgm:prSet presAssocID="{4637E81C-ED3B-4304-8191-E579C01DBB8F}" presName="composite" presStyleCnt="0"/>
      <dgm:spPr/>
    </dgm:pt>
    <dgm:pt modelId="{13394B8B-177A-4C1F-9F76-3767F2D0D54C}" type="pres">
      <dgm:prSet presAssocID="{4637E81C-ED3B-4304-8191-E579C01DBB8F}" presName="background" presStyleLbl="node0" presStyleIdx="3" presStyleCnt="6"/>
      <dgm:spPr/>
    </dgm:pt>
    <dgm:pt modelId="{0655F9EA-0E1A-4BED-87B4-F069D9204B49}" type="pres">
      <dgm:prSet presAssocID="{4637E81C-ED3B-4304-8191-E579C01DBB8F}" presName="text" presStyleLbl="fgAcc0" presStyleIdx="3" presStyleCnt="6">
        <dgm:presLayoutVars>
          <dgm:chPref val="3"/>
        </dgm:presLayoutVars>
      </dgm:prSet>
      <dgm:spPr/>
    </dgm:pt>
    <dgm:pt modelId="{6EC64966-0E46-4EE0-A934-D1CC94C6C1EF}" type="pres">
      <dgm:prSet presAssocID="{4637E81C-ED3B-4304-8191-E579C01DBB8F}" presName="hierChild2" presStyleCnt="0"/>
      <dgm:spPr/>
    </dgm:pt>
    <dgm:pt modelId="{1A63627C-DA48-43FF-BB80-30169C30EB70}" type="pres">
      <dgm:prSet presAssocID="{88C26D5D-D467-432D-9526-566E6970B612}" presName="hierRoot1" presStyleCnt="0"/>
      <dgm:spPr/>
    </dgm:pt>
    <dgm:pt modelId="{D364DD4E-6DB8-4B07-9E75-79B8DDB1F902}" type="pres">
      <dgm:prSet presAssocID="{88C26D5D-D467-432D-9526-566E6970B612}" presName="composite" presStyleCnt="0"/>
      <dgm:spPr/>
    </dgm:pt>
    <dgm:pt modelId="{804C108B-B945-4E1A-8AEA-73714D5F4915}" type="pres">
      <dgm:prSet presAssocID="{88C26D5D-D467-432D-9526-566E6970B612}" presName="background" presStyleLbl="node0" presStyleIdx="4" presStyleCnt="6"/>
      <dgm:spPr/>
    </dgm:pt>
    <dgm:pt modelId="{FCD8730F-3023-4D43-B349-3B661BE15569}" type="pres">
      <dgm:prSet presAssocID="{88C26D5D-D467-432D-9526-566E6970B612}" presName="text" presStyleLbl="fgAcc0" presStyleIdx="4" presStyleCnt="6">
        <dgm:presLayoutVars>
          <dgm:chPref val="3"/>
        </dgm:presLayoutVars>
      </dgm:prSet>
      <dgm:spPr/>
    </dgm:pt>
    <dgm:pt modelId="{8803C3BF-3D22-49E2-98A5-5A5900BC9C43}" type="pres">
      <dgm:prSet presAssocID="{88C26D5D-D467-432D-9526-566E6970B612}" presName="hierChild2" presStyleCnt="0"/>
      <dgm:spPr/>
    </dgm:pt>
    <dgm:pt modelId="{F06BB00C-D334-4CE2-BB14-C26960872CDD}" type="pres">
      <dgm:prSet presAssocID="{E465ECD6-B74F-4B1E-A2A8-7655AB9E9084}" presName="hierRoot1" presStyleCnt="0"/>
      <dgm:spPr/>
    </dgm:pt>
    <dgm:pt modelId="{F5A86D50-0AC6-4921-A10A-F8FE2E0CD004}" type="pres">
      <dgm:prSet presAssocID="{E465ECD6-B74F-4B1E-A2A8-7655AB9E9084}" presName="composite" presStyleCnt="0"/>
      <dgm:spPr/>
    </dgm:pt>
    <dgm:pt modelId="{D99BC8C5-854F-4C0B-85C1-A3901E2E5B25}" type="pres">
      <dgm:prSet presAssocID="{E465ECD6-B74F-4B1E-A2A8-7655AB9E9084}" presName="background" presStyleLbl="node0" presStyleIdx="5" presStyleCnt="6"/>
      <dgm:spPr/>
    </dgm:pt>
    <dgm:pt modelId="{A8F539BD-AB3F-4A3A-8A3A-2118FFBBC116}" type="pres">
      <dgm:prSet presAssocID="{E465ECD6-B74F-4B1E-A2A8-7655AB9E9084}" presName="text" presStyleLbl="fgAcc0" presStyleIdx="5" presStyleCnt="6">
        <dgm:presLayoutVars>
          <dgm:chPref val="3"/>
        </dgm:presLayoutVars>
      </dgm:prSet>
      <dgm:spPr/>
    </dgm:pt>
    <dgm:pt modelId="{1276546A-9770-4493-A551-51FCC71F3392}" type="pres">
      <dgm:prSet presAssocID="{E465ECD6-B74F-4B1E-A2A8-7655AB9E9084}" presName="hierChild2" presStyleCnt="0"/>
      <dgm:spPr/>
    </dgm:pt>
  </dgm:ptLst>
  <dgm:cxnLst>
    <dgm:cxn modelId="{A6AA590F-4EFC-49B5-9F95-2A2661142BBE}" srcId="{6EC4F383-4A32-4EC6-9668-74EF0B18975B}" destId="{E465ECD6-B74F-4B1E-A2A8-7655AB9E9084}" srcOrd="5" destOrd="0" parTransId="{CBF38C19-D2A4-42B8-A0B0-BAA6919DE7C4}" sibTransId="{B45E4BF5-2468-47FB-BAF3-BAFBFB38BE92}"/>
    <dgm:cxn modelId="{4FC6D318-FFA2-41FB-B77A-B4DF09F1BC32}" type="presOf" srcId="{CA31F3C0-04C8-44D6-9EE4-DB0562749E42}" destId="{D4CF1116-2DCE-4213-8375-0301575973A5}" srcOrd="0" destOrd="0" presId="urn:microsoft.com/office/officeart/2005/8/layout/hierarchy1"/>
    <dgm:cxn modelId="{59E90621-665D-4483-9BA2-5CCAE2AF170B}" type="presOf" srcId="{88C26D5D-D467-432D-9526-566E6970B612}" destId="{FCD8730F-3023-4D43-B349-3B661BE15569}" srcOrd="0" destOrd="0" presId="urn:microsoft.com/office/officeart/2005/8/layout/hierarchy1"/>
    <dgm:cxn modelId="{E1D21D5B-646A-4ED8-A1A0-58CE5C226262}" type="presOf" srcId="{B633B4C8-F94E-4449-8301-5D852358B5A7}" destId="{501FCC5A-92E0-4D89-B5A5-05013D16066C}" srcOrd="0" destOrd="0" presId="urn:microsoft.com/office/officeart/2005/8/layout/hierarchy1"/>
    <dgm:cxn modelId="{0D5F385B-99C3-42CF-B1A6-22439B47D02B}" type="presOf" srcId="{6EC4F383-4A32-4EC6-9668-74EF0B18975B}" destId="{B3ECC666-B040-4DB3-8387-41E698BEE32E}" srcOrd="0" destOrd="0" presId="urn:microsoft.com/office/officeart/2005/8/layout/hierarchy1"/>
    <dgm:cxn modelId="{C376DA60-8EBE-4C07-A791-8E855FF97B8E}" type="presOf" srcId="{2D75EA66-A219-4BCF-8FA7-076F9447BD6D}" destId="{44B1FFB5-6761-4140-967B-7CD52473FFC0}" srcOrd="0" destOrd="0" presId="urn:microsoft.com/office/officeart/2005/8/layout/hierarchy1"/>
    <dgm:cxn modelId="{CDFADD69-6BF1-4699-8DFE-0A861BA65D16}" type="presOf" srcId="{E465ECD6-B74F-4B1E-A2A8-7655AB9E9084}" destId="{A8F539BD-AB3F-4A3A-8A3A-2118FFBBC116}" srcOrd="0" destOrd="0" presId="urn:microsoft.com/office/officeart/2005/8/layout/hierarchy1"/>
    <dgm:cxn modelId="{C0934976-6FE4-475B-BFF6-EECC25D2C87E}" srcId="{6EC4F383-4A32-4EC6-9668-74EF0B18975B}" destId="{88C26D5D-D467-432D-9526-566E6970B612}" srcOrd="4" destOrd="0" parTransId="{84C004D5-8695-4693-9070-DB96474C5E75}" sibTransId="{1A5A4C28-B6F6-4C64-BF5F-6AF83F6E218B}"/>
    <dgm:cxn modelId="{384F0978-B4A1-4759-ACC1-94474B1863AA}" type="presOf" srcId="{4637E81C-ED3B-4304-8191-E579C01DBB8F}" destId="{0655F9EA-0E1A-4BED-87B4-F069D9204B49}" srcOrd="0" destOrd="0" presId="urn:microsoft.com/office/officeart/2005/8/layout/hierarchy1"/>
    <dgm:cxn modelId="{AD604F88-3A19-4217-B792-026124E02FC4}" srcId="{6EC4F383-4A32-4EC6-9668-74EF0B18975B}" destId="{CA31F3C0-04C8-44D6-9EE4-DB0562749E42}" srcOrd="1" destOrd="0" parTransId="{C3748032-2B48-467C-9677-85B5386F314B}" sibTransId="{2F6CEEC1-C8C2-4ECC-887D-57EB9BBF5511}"/>
    <dgm:cxn modelId="{E6C804A5-6A20-4A89-89D8-159B166E6293}" srcId="{6EC4F383-4A32-4EC6-9668-74EF0B18975B}" destId="{B633B4C8-F94E-4449-8301-5D852358B5A7}" srcOrd="2" destOrd="0" parTransId="{CC918D66-BCBC-4DE0-8157-B3CDEF27E303}" sibTransId="{A2F5A020-D4DB-47FB-9735-DDE582BCD14D}"/>
    <dgm:cxn modelId="{13F0F4A6-FBCF-4A74-AB80-11AA8CB9C4B2}" srcId="{6EC4F383-4A32-4EC6-9668-74EF0B18975B}" destId="{4637E81C-ED3B-4304-8191-E579C01DBB8F}" srcOrd="3" destOrd="0" parTransId="{D8342A39-1708-4F97-9A40-C1F00232B31D}" sibTransId="{8864877B-C5A0-4B5D-9D4C-DE522F19D4FF}"/>
    <dgm:cxn modelId="{1EA600D8-EDCB-4CD6-8A22-026ADC2AD31A}" srcId="{6EC4F383-4A32-4EC6-9668-74EF0B18975B}" destId="{2D75EA66-A219-4BCF-8FA7-076F9447BD6D}" srcOrd="0" destOrd="0" parTransId="{8B837760-7D8C-4FED-A038-99F9B0700676}" sibTransId="{09B8B4F4-78D5-47C6-BCE4-52EE81C7F33B}"/>
    <dgm:cxn modelId="{821C977F-7245-4CBD-9782-A25138058D2F}" type="presParOf" srcId="{B3ECC666-B040-4DB3-8387-41E698BEE32E}" destId="{C72FE66E-74E5-4995-9C86-7ADE90AFE9AF}" srcOrd="0" destOrd="0" presId="urn:microsoft.com/office/officeart/2005/8/layout/hierarchy1"/>
    <dgm:cxn modelId="{87CE8416-35B8-4AA9-8243-DF0379DAD6A1}" type="presParOf" srcId="{C72FE66E-74E5-4995-9C86-7ADE90AFE9AF}" destId="{81E047FB-80D5-400C-B8C0-F0F89E3DCEC5}" srcOrd="0" destOrd="0" presId="urn:microsoft.com/office/officeart/2005/8/layout/hierarchy1"/>
    <dgm:cxn modelId="{39A1C55D-378E-47ED-8A59-2307A8F2C685}" type="presParOf" srcId="{81E047FB-80D5-400C-B8C0-F0F89E3DCEC5}" destId="{50DB8394-8065-489B-8A0A-833B3904CF8F}" srcOrd="0" destOrd="0" presId="urn:microsoft.com/office/officeart/2005/8/layout/hierarchy1"/>
    <dgm:cxn modelId="{89C2E235-70DE-43A5-903E-E2FC7A2961D9}" type="presParOf" srcId="{81E047FB-80D5-400C-B8C0-F0F89E3DCEC5}" destId="{44B1FFB5-6761-4140-967B-7CD52473FFC0}" srcOrd="1" destOrd="0" presId="urn:microsoft.com/office/officeart/2005/8/layout/hierarchy1"/>
    <dgm:cxn modelId="{8DACF2D5-9F1F-4BAD-9273-FBF70257E9D4}" type="presParOf" srcId="{C72FE66E-74E5-4995-9C86-7ADE90AFE9AF}" destId="{68C0ACF9-6547-437F-B3B1-CD802BDBB65C}" srcOrd="1" destOrd="0" presId="urn:microsoft.com/office/officeart/2005/8/layout/hierarchy1"/>
    <dgm:cxn modelId="{CE7C52C4-454F-49E2-8A81-CAEC46858605}" type="presParOf" srcId="{B3ECC666-B040-4DB3-8387-41E698BEE32E}" destId="{A8F2C94E-086A-44AD-8BA5-3C1DF8272007}" srcOrd="1" destOrd="0" presId="urn:microsoft.com/office/officeart/2005/8/layout/hierarchy1"/>
    <dgm:cxn modelId="{B0A9B52E-51F2-42BA-A35F-13746635BC16}" type="presParOf" srcId="{A8F2C94E-086A-44AD-8BA5-3C1DF8272007}" destId="{534306BA-E762-43CF-83E5-D3E4D6964791}" srcOrd="0" destOrd="0" presId="urn:microsoft.com/office/officeart/2005/8/layout/hierarchy1"/>
    <dgm:cxn modelId="{7D5A4D2C-6B7A-466C-993E-F778BE75C472}" type="presParOf" srcId="{534306BA-E762-43CF-83E5-D3E4D6964791}" destId="{71F729D4-B262-425F-9EFF-433C8C2A00ED}" srcOrd="0" destOrd="0" presId="urn:microsoft.com/office/officeart/2005/8/layout/hierarchy1"/>
    <dgm:cxn modelId="{D896F96F-1285-4C0F-B74E-54E121FC9823}" type="presParOf" srcId="{534306BA-E762-43CF-83E5-D3E4D6964791}" destId="{D4CF1116-2DCE-4213-8375-0301575973A5}" srcOrd="1" destOrd="0" presId="urn:microsoft.com/office/officeart/2005/8/layout/hierarchy1"/>
    <dgm:cxn modelId="{0BE6CBFC-336C-4964-A6DD-CDC97FF3B4FA}" type="presParOf" srcId="{A8F2C94E-086A-44AD-8BA5-3C1DF8272007}" destId="{BBC5D6A2-420B-4534-99F6-C9989D5CD029}" srcOrd="1" destOrd="0" presId="urn:microsoft.com/office/officeart/2005/8/layout/hierarchy1"/>
    <dgm:cxn modelId="{3D0CA3B8-4F24-48D4-AD55-0F5660B8AE12}" type="presParOf" srcId="{B3ECC666-B040-4DB3-8387-41E698BEE32E}" destId="{739D2FF2-0B03-4E80-84F4-5515D1C9396E}" srcOrd="2" destOrd="0" presId="urn:microsoft.com/office/officeart/2005/8/layout/hierarchy1"/>
    <dgm:cxn modelId="{DB09FA8A-17A4-458F-A853-D02B660662D4}" type="presParOf" srcId="{739D2FF2-0B03-4E80-84F4-5515D1C9396E}" destId="{799B6F09-5394-447A-BB34-801216C8DC17}" srcOrd="0" destOrd="0" presId="urn:microsoft.com/office/officeart/2005/8/layout/hierarchy1"/>
    <dgm:cxn modelId="{004B9E36-F870-4E16-BCDA-48F6736471C0}" type="presParOf" srcId="{799B6F09-5394-447A-BB34-801216C8DC17}" destId="{C01D6B0A-6007-4CBF-A9A9-466B83FED2B4}" srcOrd="0" destOrd="0" presId="urn:microsoft.com/office/officeart/2005/8/layout/hierarchy1"/>
    <dgm:cxn modelId="{04924990-129E-4383-9F40-40E30CD75772}" type="presParOf" srcId="{799B6F09-5394-447A-BB34-801216C8DC17}" destId="{501FCC5A-92E0-4D89-B5A5-05013D16066C}" srcOrd="1" destOrd="0" presId="urn:microsoft.com/office/officeart/2005/8/layout/hierarchy1"/>
    <dgm:cxn modelId="{AF24EF0F-7B7E-4870-892E-F59273CED674}" type="presParOf" srcId="{739D2FF2-0B03-4E80-84F4-5515D1C9396E}" destId="{9CEBE2EF-2E98-44B6-92A8-69972B6EC8A7}" srcOrd="1" destOrd="0" presId="urn:microsoft.com/office/officeart/2005/8/layout/hierarchy1"/>
    <dgm:cxn modelId="{A3DB2972-B131-4F37-AC02-86E067CAD0D0}" type="presParOf" srcId="{B3ECC666-B040-4DB3-8387-41E698BEE32E}" destId="{FA49194F-8213-4563-9DAE-0FF92943C51B}" srcOrd="3" destOrd="0" presId="urn:microsoft.com/office/officeart/2005/8/layout/hierarchy1"/>
    <dgm:cxn modelId="{878B08C0-0D01-4D47-9C1D-98862A66F107}" type="presParOf" srcId="{FA49194F-8213-4563-9DAE-0FF92943C51B}" destId="{8B9D5B67-A176-41B4-B5A6-38383F373068}" srcOrd="0" destOrd="0" presId="urn:microsoft.com/office/officeart/2005/8/layout/hierarchy1"/>
    <dgm:cxn modelId="{832CB018-E54A-4D8A-9B00-6234BB0222B7}" type="presParOf" srcId="{8B9D5B67-A176-41B4-B5A6-38383F373068}" destId="{13394B8B-177A-4C1F-9F76-3767F2D0D54C}" srcOrd="0" destOrd="0" presId="urn:microsoft.com/office/officeart/2005/8/layout/hierarchy1"/>
    <dgm:cxn modelId="{BC006915-3AF4-472F-A8F3-7A0D47A2AF41}" type="presParOf" srcId="{8B9D5B67-A176-41B4-B5A6-38383F373068}" destId="{0655F9EA-0E1A-4BED-87B4-F069D9204B49}" srcOrd="1" destOrd="0" presId="urn:microsoft.com/office/officeart/2005/8/layout/hierarchy1"/>
    <dgm:cxn modelId="{40989657-A648-4DF9-BA56-552BDC39289C}" type="presParOf" srcId="{FA49194F-8213-4563-9DAE-0FF92943C51B}" destId="{6EC64966-0E46-4EE0-A934-D1CC94C6C1EF}" srcOrd="1" destOrd="0" presId="urn:microsoft.com/office/officeart/2005/8/layout/hierarchy1"/>
    <dgm:cxn modelId="{569FBAB3-17F2-4948-928B-915777DA7541}" type="presParOf" srcId="{B3ECC666-B040-4DB3-8387-41E698BEE32E}" destId="{1A63627C-DA48-43FF-BB80-30169C30EB70}" srcOrd="4" destOrd="0" presId="urn:microsoft.com/office/officeart/2005/8/layout/hierarchy1"/>
    <dgm:cxn modelId="{08E732D6-D75C-403B-AF6C-F17654CC9605}" type="presParOf" srcId="{1A63627C-DA48-43FF-BB80-30169C30EB70}" destId="{D364DD4E-6DB8-4B07-9E75-79B8DDB1F902}" srcOrd="0" destOrd="0" presId="urn:microsoft.com/office/officeart/2005/8/layout/hierarchy1"/>
    <dgm:cxn modelId="{1D46ADB0-835E-4D4C-A0D3-41DF808B2788}" type="presParOf" srcId="{D364DD4E-6DB8-4B07-9E75-79B8DDB1F902}" destId="{804C108B-B945-4E1A-8AEA-73714D5F4915}" srcOrd="0" destOrd="0" presId="urn:microsoft.com/office/officeart/2005/8/layout/hierarchy1"/>
    <dgm:cxn modelId="{3CE3381A-ADF9-450C-91FE-8A09889E30FF}" type="presParOf" srcId="{D364DD4E-6DB8-4B07-9E75-79B8DDB1F902}" destId="{FCD8730F-3023-4D43-B349-3B661BE15569}" srcOrd="1" destOrd="0" presId="urn:microsoft.com/office/officeart/2005/8/layout/hierarchy1"/>
    <dgm:cxn modelId="{DA6F08E4-F633-4212-8C04-459BA902D8EB}" type="presParOf" srcId="{1A63627C-DA48-43FF-BB80-30169C30EB70}" destId="{8803C3BF-3D22-49E2-98A5-5A5900BC9C43}" srcOrd="1" destOrd="0" presId="urn:microsoft.com/office/officeart/2005/8/layout/hierarchy1"/>
    <dgm:cxn modelId="{237F35BD-C765-433E-B388-DF4FFECD2BDB}" type="presParOf" srcId="{B3ECC666-B040-4DB3-8387-41E698BEE32E}" destId="{F06BB00C-D334-4CE2-BB14-C26960872CDD}" srcOrd="5" destOrd="0" presId="urn:microsoft.com/office/officeart/2005/8/layout/hierarchy1"/>
    <dgm:cxn modelId="{D786D82B-BCE7-4F29-9E6D-ACD88DC354AC}" type="presParOf" srcId="{F06BB00C-D334-4CE2-BB14-C26960872CDD}" destId="{F5A86D50-0AC6-4921-A10A-F8FE2E0CD004}" srcOrd="0" destOrd="0" presId="urn:microsoft.com/office/officeart/2005/8/layout/hierarchy1"/>
    <dgm:cxn modelId="{D43357EB-CEEF-4931-BB76-6C672E68625C}" type="presParOf" srcId="{F5A86D50-0AC6-4921-A10A-F8FE2E0CD004}" destId="{D99BC8C5-854F-4C0B-85C1-A3901E2E5B25}" srcOrd="0" destOrd="0" presId="urn:microsoft.com/office/officeart/2005/8/layout/hierarchy1"/>
    <dgm:cxn modelId="{50E55288-2508-4D7F-9ECF-DE8D3311C7D1}" type="presParOf" srcId="{F5A86D50-0AC6-4921-A10A-F8FE2E0CD004}" destId="{A8F539BD-AB3F-4A3A-8A3A-2118FFBBC116}" srcOrd="1" destOrd="0" presId="urn:microsoft.com/office/officeart/2005/8/layout/hierarchy1"/>
    <dgm:cxn modelId="{ED63BF6A-76DD-43B6-84CA-0B6C2C8B3C9C}" type="presParOf" srcId="{F06BB00C-D334-4CE2-BB14-C26960872CDD}" destId="{1276546A-9770-4493-A551-51FCC71F33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EC4F383-4A32-4EC6-9668-74EF0B18975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75EA66-A219-4BCF-8FA7-076F9447BD6D}">
      <dgm:prSet/>
      <dgm:spPr/>
      <dgm:t>
        <a:bodyPr/>
        <a:lstStyle/>
        <a:p>
          <a:r>
            <a:rPr lang="en-US" dirty="0"/>
            <a:t>Background</a:t>
          </a:r>
        </a:p>
      </dgm:t>
    </dgm:pt>
    <dgm:pt modelId="{8B837760-7D8C-4FED-A038-99F9B0700676}" type="parTrans" cxnId="{1EA600D8-EDCB-4CD6-8A22-026ADC2AD31A}">
      <dgm:prSet/>
      <dgm:spPr/>
      <dgm:t>
        <a:bodyPr/>
        <a:lstStyle/>
        <a:p>
          <a:endParaRPr lang="en-US"/>
        </a:p>
      </dgm:t>
    </dgm:pt>
    <dgm:pt modelId="{09B8B4F4-78D5-47C6-BCE4-52EE81C7F33B}" type="sibTrans" cxnId="{1EA600D8-EDCB-4CD6-8A22-026ADC2AD31A}">
      <dgm:prSet/>
      <dgm:spPr/>
      <dgm:t>
        <a:bodyPr/>
        <a:lstStyle/>
        <a:p>
          <a:endParaRPr lang="en-US"/>
        </a:p>
      </dgm:t>
    </dgm:pt>
    <dgm:pt modelId="{CA31F3C0-04C8-44D6-9EE4-DB0562749E42}">
      <dgm:prSet/>
      <dgm:spPr/>
      <dgm:t>
        <a:bodyPr/>
        <a:lstStyle/>
        <a:p>
          <a:r>
            <a:rPr lang="en-US" b="1" dirty="0"/>
            <a:t>Data Details</a:t>
          </a:r>
        </a:p>
      </dgm:t>
    </dgm:pt>
    <dgm:pt modelId="{C3748032-2B48-467C-9677-85B5386F314B}" type="parTrans" cxnId="{AD604F88-3A19-4217-B792-026124E02FC4}">
      <dgm:prSet/>
      <dgm:spPr/>
      <dgm:t>
        <a:bodyPr/>
        <a:lstStyle/>
        <a:p>
          <a:endParaRPr lang="en-US"/>
        </a:p>
      </dgm:t>
    </dgm:pt>
    <dgm:pt modelId="{2F6CEEC1-C8C2-4ECC-887D-57EB9BBF5511}" type="sibTrans" cxnId="{AD604F88-3A19-4217-B792-026124E02FC4}">
      <dgm:prSet/>
      <dgm:spPr/>
      <dgm:t>
        <a:bodyPr/>
        <a:lstStyle/>
        <a:p>
          <a:endParaRPr lang="en-US"/>
        </a:p>
      </dgm:t>
    </dgm:pt>
    <dgm:pt modelId="{B633B4C8-F94E-4449-8301-5D852358B5A7}">
      <dgm:prSet/>
      <dgm:spPr/>
      <dgm:t>
        <a:bodyPr/>
        <a:lstStyle/>
        <a:p>
          <a:r>
            <a:rPr lang="en-US"/>
            <a:t>Model Details</a:t>
          </a:r>
        </a:p>
      </dgm:t>
    </dgm:pt>
    <dgm:pt modelId="{CC918D66-BCBC-4DE0-8157-B3CDEF27E303}" type="parTrans" cxnId="{E6C804A5-6A20-4A89-89D8-159B166E6293}">
      <dgm:prSet/>
      <dgm:spPr/>
      <dgm:t>
        <a:bodyPr/>
        <a:lstStyle/>
        <a:p>
          <a:endParaRPr lang="en-US"/>
        </a:p>
      </dgm:t>
    </dgm:pt>
    <dgm:pt modelId="{A2F5A020-D4DB-47FB-9735-DDE582BCD14D}" type="sibTrans" cxnId="{E6C804A5-6A20-4A89-89D8-159B166E6293}">
      <dgm:prSet/>
      <dgm:spPr/>
      <dgm:t>
        <a:bodyPr/>
        <a:lstStyle/>
        <a:p>
          <a:endParaRPr lang="en-US"/>
        </a:p>
      </dgm:t>
    </dgm:pt>
    <dgm:pt modelId="{4637E81C-ED3B-4304-8191-E579C01DBB8F}">
      <dgm:prSet/>
      <dgm:spPr/>
      <dgm:t>
        <a:bodyPr/>
        <a:lstStyle/>
        <a:p>
          <a:r>
            <a:rPr lang="en-US"/>
            <a:t>Performance</a:t>
          </a:r>
        </a:p>
      </dgm:t>
    </dgm:pt>
    <dgm:pt modelId="{D8342A39-1708-4F97-9A40-C1F00232B31D}" type="parTrans" cxnId="{13F0F4A6-FBCF-4A74-AB80-11AA8CB9C4B2}">
      <dgm:prSet/>
      <dgm:spPr/>
      <dgm:t>
        <a:bodyPr/>
        <a:lstStyle/>
        <a:p>
          <a:endParaRPr lang="en-US"/>
        </a:p>
      </dgm:t>
    </dgm:pt>
    <dgm:pt modelId="{8864877B-C5A0-4B5D-9D4C-DE522F19D4FF}" type="sibTrans" cxnId="{13F0F4A6-FBCF-4A74-AB80-11AA8CB9C4B2}">
      <dgm:prSet/>
      <dgm:spPr/>
      <dgm:t>
        <a:bodyPr/>
        <a:lstStyle/>
        <a:p>
          <a:endParaRPr lang="en-US"/>
        </a:p>
      </dgm:t>
    </dgm:pt>
    <dgm:pt modelId="{88C26D5D-D467-432D-9526-566E6970B612}">
      <dgm:prSet/>
      <dgm:spPr/>
      <dgm:t>
        <a:bodyPr/>
        <a:lstStyle/>
        <a:p>
          <a:r>
            <a:rPr lang="en-US"/>
            <a:t>Limitations</a:t>
          </a:r>
        </a:p>
      </dgm:t>
    </dgm:pt>
    <dgm:pt modelId="{84C004D5-8695-4693-9070-DB96474C5E75}" type="parTrans" cxnId="{C0934976-6FE4-475B-BFF6-EECC25D2C87E}">
      <dgm:prSet/>
      <dgm:spPr/>
      <dgm:t>
        <a:bodyPr/>
        <a:lstStyle/>
        <a:p>
          <a:endParaRPr lang="en-US"/>
        </a:p>
      </dgm:t>
    </dgm:pt>
    <dgm:pt modelId="{1A5A4C28-B6F6-4C64-BF5F-6AF83F6E218B}" type="sibTrans" cxnId="{C0934976-6FE4-475B-BFF6-EECC25D2C87E}">
      <dgm:prSet/>
      <dgm:spPr/>
      <dgm:t>
        <a:bodyPr/>
        <a:lstStyle/>
        <a:p>
          <a:endParaRPr lang="en-US"/>
        </a:p>
      </dgm:t>
    </dgm:pt>
    <dgm:pt modelId="{E465ECD6-B74F-4B1E-A2A8-7655AB9E9084}">
      <dgm:prSet/>
      <dgm:spPr/>
      <dgm:t>
        <a:bodyPr/>
        <a:lstStyle/>
        <a:p>
          <a:r>
            <a:rPr lang="en-US"/>
            <a:t>Discussion</a:t>
          </a:r>
        </a:p>
      </dgm:t>
    </dgm:pt>
    <dgm:pt modelId="{CBF38C19-D2A4-42B8-A0B0-BAA6919DE7C4}" type="parTrans" cxnId="{A6AA590F-4EFC-49B5-9F95-2A2661142BBE}">
      <dgm:prSet/>
      <dgm:spPr/>
      <dgm:t>
        <a:bodyPr/>
        <a:lstStyle/>
        <a:p>
          <a:endParaRPr lang="en-US"/>
        </a:p>
      </dgm:t>
    </dgm:pt>
    <dgm:pt modelId="{B45E4BF5-2468-47FB-BAF3-BAFBFB38BE92}" type="sibTrans" cxnId="{A6AA590F-4EFC-49B5-9F95-2A2661142BBE}">
      <dgm:prSet/>
      <dgm:spPr/>
      <dgm:t>
        <a:bodyPr/>
        <a:lstStyle/>
        <a:p>
          <a:endParaRPr lang="en-US"/>
        </a:p>
      </dgm:t>
    </dgm:pt>
    <dgm:pt modelId="{B3ECC666-B040-4DB3-8387-41E698BEE32E}" type="pres">
      <dgm:prSet presAssocID="{6EC4F383-4A32-4EC6-9668-74EF0B1897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72FE66E-74E5-4995-9C86-7ADE90AFE9AF}" type="pres">
      <dgm:prSet presAssocID="{2D75EA66-A219-4BCF-8FA7-076F9447BD6D}" presName="hierRoot1" presStyleCnt="0"/>
      <dgm:spPr/>
    </dgm:pt>
    <dgm:pt modelId="{81E047FB-80D5-400C-B8C0-F0F89E3DCEC5}" type="pres">
      <dgm:prSet presAssocID="{2D75EA66-A219-4BCF-8FA7-076F9447BD6D}" presName="composite" presStyleCnt="0"/>
      <dgm:spPr/>
    </dgm:pt>
    <dgm:pt modelId="{50DB8394-8065-489B-8A0A-833B3904CF8F}" type="pres">
      <dgm:prSet presAssocID="{2D75EA66-A219-4BCF-8FA7-076F9447BD6D}" presName="background" presStyleLbl="node0" presStyleIdx="0" presStyleCnt="6"/>
      <dgm:spPr/>
    </dgm:pt>
    <dgm:pt modelId="{44B1FFB5-6761-4140-967B-7CD52473FFC0}" type="pres">
      <dgm:prSet presAssocID="{2D75EA66-A219-4BCF-8FA7-076F9447BD6D}" presName="text" presStyleLbl="fgAcc0" presStyleIdx="0" presStyleCnt="6">
        <dgm:presLayoutVars>
          <dgm:chPref val="3"/>
        </dgm:presLayoutVars>
      </dgm:prSet>
      <dgm:spPr/>
    </dgm:pt>
    <dgm:pt modelId="{68C0ACF9-6547-437F-B3B1-CD802BDBB65C}" type="pres">
      <dgm:prSet presAssocID="{2D75EA66-A219-4BCF-8FA7-076F9447BD6D}" presName="hierChild2" presStyleCnt="0"/>
      <dgm:spPr/>
    </dgm:pt>
    <dgm:pt modelId="{A8F2C94E-086A-44AD-8BA5-3C1DF8272007}" type="pres">
      <dgm:prSet presAssocID="{CA31F3C0-04C8-44D6-9EE4-DB0562749E42}" presName="hierRoot1" presStyleCnt="0"/>
      <dgm:spPr/>
    </dgm:pt>
    <dgm:pt modelId="{534306BA-E762-43CF-83E5-D3E4D6964791}" type="pres">
      <dgm:prSet presAssocID="{CA31F3C0-04C8-44D6-9EE4-DB0562749E42}" presName="composite" presStyleCnt="0"/>
      <dgm:spPr/>
    </dgm:pt>
    <dgm:pt modelId="{71F729D4-B262-425F-9EFF-433C8C2A00ED}" type="pres">
      <dgm:prSet presAssocID="{CA31F3C0-04C8-44D6-9EE4-DB0562749E42}" presName="background" presStyleLbl="node0" presStyleIdx="1" presStyleCnt="6"/>
      <dgm:spPr/>
    </dgm:pt>
    <dgm:pt modelId="{D4CF1116-2DCE-4213-8375-0301575973A5}" type="pres">
      <dgm:prSet presAssocID="{CA31F3C0-04C8-44D6-9EE4-DB0562749E42}" presName="text" presStyleLbl="fgAcc0" presStyleIdx="1" presStyleCnt="6">
        <dgm:presLayoutVars>
          <dgm:chPref val="3"/>
        </dgm:presLayoutVars>
      </dgm:prSet>
      <dgm:spPr/>
    </dgm:pt>
    <dgm:pt modelId="{BBC5D6A2-420B-4534-99F6-C9989D5CD029}" type="pres">
      <dgm:prSet presAssocID="{CA31F3C0-04C8-44D6-9EE4-DB0562749E42}" presName="hierChild2" presStyleCnt="0"/>
      <dgm:spPr/>
    </dgm:pt>
    <dgm:pt modelId="{739D2FF2-0B03-4E80-84F4-5515D1C9396E}" type="pres">
      <dgm:prSet presAssocID="{B633B4C8-F94E-4449-8301-5D852358B5A7}" presName="hierRoot1" presStyleCnt="0"/>
      <dgm:spPr/>
    </dgm:pt>
    <dgm:pt modelId="{799B6F09-5394-447A-BB34-801216C8DC17}" type="pres">
      <dgm:prSet presAssocID="{B633B4C8-F94E-4449-8301-5D852358B5A7}" presName="composite" presStyleCnt="0"/>
      <dgm:spPr/>
    </dgm:pt>
    <dgm:pt modelId="{C01D6B0A-6007-4CBF-A9A9-466B83FED2B4}" type="pres">
      <dgm:prSet presAssocID="{B633B4C8-F94E-4449-8301-5D852358B5A7}" presName="background" presStyleLbl="node0" presStyleIdx="2" presStyleCnt="6"/>
      <dgm:spPr/>
    </dgm:pt>
    <dgm:pt modelId="{501FCC5A-92E0-4D89-B5A5-05013D16066C}" type="pres">
      <dgm:prSet presAssocID="{B633B4C8-F94E-4449-8301-5D852358B5A7}" presName="text" presStyleLbl="fgAcc0" presStyleIdx="2" presStyleCnt="6">
        <dgm:presLayoutVars>
          <dgm:chPref val="3"/>
        </dgm:presLayoutVars>
      </dgm:prSet>
      <dgm:spPr/>
    </dgm:pt>
    <dgm:pt modelId="{9CEBE2EF-2E98-44B6-92A8-69972B6EC8A7}" type="pres">
      <dgm:prSet presAssocID="{B633B4C8-F94E-4449-8301-5D852358B5A7}" presName="hierChild2" presStyleCnt="0"/>
      <dgm:spPr/>
    </dgm:pt>
    <dgm:pt modelId="{FA49194F-8213-4563-9DAE-0FF92943C51B}" type="pres">
      <dgm:prSet presAssocID="{4637E81C-ED3B-4304-8191-E579C01DBB8F}" presName="hierRoot1" presStyleCnt="0"/>
      <dgm:spPr/>
    </dgm:pt>
    <dgm:pt modelId="{8B9D5B67-A176-41B4-B5A6-38383F373068}" type="pres">
      <dgm:prSet presAssocID="{4637E81C-ED3B-4304-8191-E579C01DBB8F}" presName="composite" presStyleCnt="0"/>
      <dgm:spPr/>
    </dgm:pt>
    <dgm:pt modelId="{13394B8B-177A-4C1F-9F76-3767F2D0D54C}" type="pres">
      <dgm:prSet presAssocID="{4637E81C-ED3B-4304-8191-E579C01DBB8F}" presName="background" presStyleLbl="node0" presStyleIdx="3" presStyleCnt="6"/>
      <dgm:spPr/>
    </dgm:pt>
    <dgm:pt modelId="{0655F9EA-0E1A-4BED-87B4-F069D9204B49}" type="pres">
      <dgm:prSet presAssocID="{4637E81C-ED3B-4304-8191-E579C01DBB8F}" presName="text" presStyleLbl="fgAcc0" presStyleIdx="3" presStyleCnt="6">
        <dgm:presLayoutVars>
          <dgm:chPref val="3"/>
        </dgm:presLayoutVars>
      </dgm:prSet>
      <dgm:spPr/>
    </dgm:pt>
    <dgm:pt modelId="{6EC64966-0E46-4EE0-A934-D1CC94C6C1EF}" type="pres">
      <dgm:prSet presAssocID="{4637E81C-ED3B-4304-8191-E579C01DBB8F}" presName="hierChild2" presStyleCnt="0"/>
      <dgm:spPr/>
    </dgm:pt>
    <dgm:pt modelId="{1A63627C-DA48-43FF-BB80-30169C30EB70}" type="pres">
      <dgm:prSet presAssocID="{88C26D5D-D467-432D-9526-566E6970B612}" presName="hierRoot1" presStyleCnt="0"/>
      <dgm:spPr/>
    </dgm:pt>
    <dgm:pt modelId="{D364DD4E-6DB8-4B07-9E75-79B8DDB1F902}" type="pres">
      <dgm:prSet presAssocID="{88C26D5D-D467-432D-9526-566E6970B612}" presName="composite" presStyleCnt="0"/>
      <dgm:spPr/>
    </dgm:pt>
    <dgm:pt modelId="{804C108B-B945-4E1A-8AEA-73714D5F4915}" type="pres">
      <dgm:prSet presAssocID="{88C26D5D-D467-432D-9526-566E6970B612}" presName="background" presStyleLbl="node0" presStyleIdx="4" presStyleCnt="6"/>
      <dgm:spPr/>
    </dgm:pt>
    <dgm:pt modelId="{FCD8730F-3023-4D43-B349-3B661BE15569}" type="pres">
      <dgm:prSet presAssocID="{88C26D5D-D467-432D-9526-566E6970B612}" presName="text" presStyleLbl="fgAcc0" presStyleIdx="4" presStyleCnt="6">
        <dgm:presLayoutVars>
          <dgm:chPref val="3"/>
        </dgm:presLayoutVars>
      </dgm:prSet>
      <dgm:spPr/>
    </dgm:pt>
    <dgm:pt modelId="{8803C3BF-3D22-49E2-98A5-5A5900BC9C43}" type="pres">
      <dgm:prSet presAssocID="{88C26D5D-D467-432D-9526-566E6970B612}" presName="hierChild2" presStyleCnt="0"/>
      <dgm:spPr/>
    </dgm:pt>
    <dgm:pt modelId="{F06BB00C-D334-4CE2-BB14-C26960872CDD}" type="pres">
      <dgm:prSet presAssocID="{E465ECD6-B74F-4B1E-A2A8-7655AB9E9084}" presName="hierRoot1" presStyleCnt="0"/>
      <dgm:spPr/>
    </dgm:pt>
    <dgm:pt modelId="{F5A86D50-0AC6-4921-A10A-F8FE2E0CD004}" type="pres">
      <dgm:prSet presAssocID="{E465ECD6-B74F-4B1E-A2A8-7655AB9E9084}" presName="composite" presStyleCnt="0"/>
      <dgm:spPr/>
    </dgm:pt>
    <dgm:pt modelId="{D99BC8C5-854F-4C0B-85C1-A3901E2E5B25}" type="pres">
      <dgm:prSet presAssocID="{E465ECD6-B74F-4B1E-A2A8-7655AB9E9084}" presName="background" presStyleLbl="node0" presStyleIdx="5" presStyleCnt="6"/>
      <dgm:spPr/>
    </dgm:pt>
    <dgm:pt modelId="{A8F539BD-AB3F-4A3A-8A3A-2118FFBBC116}" type="pres">
      <dgm:prSet presAssocID="{E465ECD6-B74F-4B1E-A2A8-7655AB9E9084}" presName="text" presStyleLbl="fgAcc0" presStyleIdx="5" presStyleCnt="6">
        <dgm:presLayoutVars>
          <dgm:chPref val="3"/>
        </dgm:presLayoutVars>
      </dgm:prSet>
      <dgm:spPr/>
    </dgm:pt>
    <dgm:pt modelId="{1276546A-9770-4493-A551-51FCC71F3392}" type="pres">
      <dgm:prSet presAssocID="{E465ECD6-B74F-4B1E-A2A8-7655AB9E9084}" presName="hierChild2" presStyleCnt="0"/>
      <dgm:spPr/>
    </dgm:pt>
  </dgm:ptLst>
  <dgm:cxnLst>
    <dgm:cxn modelId="{A6AA590F-4EFC-49B5-9F95-2A2661142BBE}" srcId="{6EC4F383-4A32-4EC6-9668-74EF0B18975B}" destId="{E465ECD6-B74F-4B1E-A2A8-7655AB9E9084}" srcOrd="5" destOrd="0" parTransId="{CBF38C19-D2A4-42B8-A0B0-BAA6919DE7C4}" sibTransId="{B45E4BF5-2468-47FB-BAF3-BAFBFB38BE92}"/>
    <dgm:cxn modelId="{4FC6D318-FFA2-41FB-B77A-B4DF09F1BC32}" type="presOf" srcId="{CA31F3C0-04C8-44D6-9EE4-DB0562749E42}" destId="{D4CF1116-2DCE-4213-8375-0301575973A5}" srcOrd="0" destOrd="0" presId="urn:microsoft.com/office/officeart/2005/8/layout/hierarchy1"/>
    <dgm:cxn modelId="{59E90621-665D-4483-9BA2-5CCAE2AF170B}" type="presOf" srcId="{88C26D5D-D467-432D-9526-566E6970B612}" destId="{FCD8730F-3023-4D43-B349-3B661BE15569}" srcOrd="0" destOrd="0" presId="urn:microsoft.com/office/officeart/2005/8/layout/hierarchy1"/>
    <dgm:cxn modelId="{E1D21D5B-646A-4ED8-A1A0-58CE5C226262}" type="presOf" srcId="{B633B4C8-F94E-4449-8301-5D852358B5A7}" destId="{501FCC5A-92E0-4D89-B5A5-05013D16066C}" srcOrd="0" destOrd="0" presId="urn:microsoft.com/office/officeart/2005/8/layout/hierarchy1"/>
    <dgm:cxn modelId="{0D5F385B-99C3-42CF-B1A6-22439B47D02B}" type="presOf" srcId="{6EC4F383-4A32-4EC6-9668-74EF0B18975B}" destId="{B3ECC666-B040-4DB3-8387-41E698BEE32E}" srcOrd="0" destOrd="0" presId="urn:microsoft.com/office/officeart/2005/8/layout/hierarchy1"/>
    <dgm:cxn modelId="{C376DA60-8EBE-4C07-A791-8E855FF97B8E}" type="presOf" srcId="{2D75EA66-A219-4BCF-8FA7-076F9447BD6D}" destId="{44B1FFB5-6761-4140-967B-7CD52473FFC0}" srcOrd="0" destOrd="0" presId="urn:microsoft.com/office/officeart/2005/8/layout/hierarchy1"/>
    <dgm:cxn modelId="{CDFADD69-6BF1-4699-8DFE-0A861BA65D16}" type="presOf" srcId="{E465ECD6-B74F-4B1E-A2A8-7655AB9E9084}" destId="{A8F539BD-AB3F-4A3A-8A3A-2118FFBBC116}" srcOrd="0" destOrd="0" presId="urn:microsoft.com/office/officeart/2005/8/layout/hierarchy1"/>
    <dgm:cxn modelId="{C0934976-6FE4-475B-BFF6-EECC25D2C87E}" srcId="{6EC4F383-4A32-4EC6-9668-74EF0B18975B}" destId="{88C26D5D-D467-432D-9526-566E6970B612}" srcOrd="4" destOrd="0" parTransId="{84C004D5-8695-4693-9070-DB96474C5E75}" sibTransId="{1A5A4C28-B6F6-4C64-BF5F-6AF83F6E218B}"/>
    <dgm:cxn modelId="{384F0978-B4A1-4759-ACC1-94474B1863AA}" type="presOf" srcId="{4637E81C-ED3B-4304-8191-E579C01DBB8F}" destId="{0655F9EA-0E1A-4BED-87B4-F069D9204B49}" srcOrd="0" destOrd="0" presId="urn:microsoft.com/office/officeart/2005/8/layout/hierarchy1"/>
    <dgm:cxn modelId="{AD604F88-3A19-4217-B792-026124E02FC4}" srcId="{6EC4F383-4A32-4EC6-9668-74EF0B18975B}" destId="{CA31F3C0-04C8-44D6-9EE4-DB0562749E42}" srcOrd="1" destOrd="0" parTransId="{C3748032-2B48-467C-9677-85B5386F314B}" sibTransId="{2F6CEEC1-C8C2-4ECC-887D-57EB9BBF5511}"/>
    <dgm:cxn modelId="{E6C804A5-6A20-4A89-89D8-159B166E6293}" srcId="{6EC4F383-4A32-4EC6-9668-74EF0B18975B}" destId="{B633B4C8-F94E-4449-8301-5D852358B5A7}" srcOrd="2" destOrd="0" parTransId="{CC918D66-BCBC-4DE0-8157-B3CDEF27E303}" sibTransId="{A2F5A020-D4DB-47FB-9735-DDE582BCD14D}"/>
    <dgm:cxn modelId="{13F0F4A6-FBCF-4A74-AB80-11AA8CB9C4B2}" srcId="{6EC4F383-4A32-4EC6-9668-74EF0B18975B}" destId="{4637E81C-ED3B-4304-8191-E579C01DBB8F}" srcOrd="3" destOrd="0" parTransId="{D8342A39-1708-4F97-9A40-C1F00232B31D}" sibTransId="{8864877B-C5A0-4B5D-9D4C-DE522F19D4FF}"/>
    <dgm:cxn modelId="{1EA600D8-EDCB-4CD6-8A22-026ADC2AD31A}" srcId="{6EC4F383-4A32-4EC6-9668-74EF0B18975B}" destId="{2D75EA66-A219-4BCF-8FA7-076F9447BD6D}" srcOrd="0" destOrd="0" parTransId="{8B837760-7D8C-4FED-A038-99F9B0700676}" sibTransId="{09B8B4F4-78D5-47C6-BCE4-52EE81C7F33B}"/>
    <dgm:cxn modelId="{821C977F-7245-4CBD-9782-A25138058D2F}" type="presParOf" srcId="{B3ECC666-B040-4DB3-8387-41E698BEE32E}" destId="{C72FE66E-74E5-4995-9C86-7ADE90AFE9AF}" srcOrd="0" destOrd="0" presId="urn:microsoft.com/office/officeart/2005/8/layout/hierarchy1"/>
    <dgm:cxn modelId="{87CE8416-35B8-4AA9-8243-DF0379DAD6A1}" type="presParOf" srcId="{C72FE66E-74E5-4995-9C86-7ADE90AFE9AF}" destId="{81E047FB-80D5-400C-B8C0-F0F89E3DCEC5}" srcOrd="0" destOrd="0" presId="urn:microsoft.com/office/officeart/2005/8/layout/hierarchy1"/>
    <dgm:cxn modelId="{39A1C55D-378E-47ED-8A59-2307A8F2C685}" type="presParOf" srcId="{81E047FB-80D5-400C-B8C0-F0F89E3DCEC5}" destId="{50DB8394-8065-489B-8A0A-833B3904CF8F}" srcOrd="0" destOrd="0" presId="urn:microsoft.com/office/officeart/2005/8/layout/hierarchy1"/>
    <dgm:cxn modelId="{89C2E235-70DE-43A5-903E-E2FC7A2961D9}" type="presParOf" srcId="{81E047FB-80D5-400C-B8C0-F0F89E3DCEC5}" destId="{44B1FFB5-6761-4140-967B-7CD52473FFC0}" srcOrd="1" destOrd="0" presId="urn:microsoft.com/office/officeart/2005/8/layout/hierarchy1"/>
    <dgm:cxn modelId="{8DACF2D5-9F1F-4BAD-9273-FBF70257E9D4}" type="presParOf" srcId="{C72FE66E-74E5-4995-9C86-7ADE90AFE9AF}" destId="{68C0ACF9-6547-437F-B3B1-CD802BDBB65C}" srcOrd="1" destOrd="0" presId="urn:microsoft.com/office/officeart/2005/8/layout/hierarchy1"/>
    <dgm:cxn modelId="{CE7C52C4-454F-49E2-8A81-CAEC46858605}" type="presParOf" srcId="{B3ECC666-B040-4DB3-8387-41E698BEE32E}" destId="{A8F2C94E-086A-44AD-8BA5-3C1DF8272007}" srcOrd="1" destOrd="0" presId="urn:microsoft.com/office/officeart/2005/8/layout/hierarchy1"/>
    <dgm:cxn modelId="{B0A9B52E-51F2-42BA-A35F-13746635BC16}" type="presParOf" srcId="{A8F2C94E-086A-44AD-8BA5-3C1DF8272007}" destId="{534306BA-E762-43CF-83E5-D3E4D6964791}" srcOrd="0" destOrd="0" presId="urn:microsoft.com/office/officeart/2005/8/layout/hierarchy1"/>
    <dgm:cxn modelId="{7D5A4D2C-6B7A-466C-993E-F778BE75C472}" type="presParOf" srcId="{534306BA-E762-43CF-83E5-D3E4D6964791}" destId="{71F729D4-B262-425F-9EFF-433C8C2A00ED}" srcOrd="0" destOrd="0" presId="urn:microsoft.com/office/officeart/2005/8/layout/hierarchy1"/>
    <dgm:cxn modelId="{D896F96F-1285-4C0F-B74E-54E121FC9823}" type="presParOf" srcId="{534306BA-E762-43CF-83E5-D3E4D6964791}" destId="{D4CF1116-2DCE-4213-8375-0301575973A5}" srcOrd="1" destOrd="0" presId="urn:microsoft.com/office/officeart/2005/8/layout/hierarchy1"/>
    <dgm:cxn modelId="{0BE6CBFC-336C-4964-A6DD-CDC97FF3B4FA}" type="presParOf" srcId="{A8F2C94E-086A-44AD-8BA5-3C1DF8272007}" destId="{BBC5D6A2-420B-4534-99F6-C9989D5CD029}" srcOrd="1" destOrd="0" presId="urn:microsoft.com/office/officeart/2005/8/layout/hierarchy1"/>
    <dgm:cxn modelId="{3D0CA3B8-4F24-48D4-AD55-0F5660B8AE12}" type="presParOf" srcId="{B3ECC666-B040-4DB3-8387-41E698BEE32E}" destId="{739D2FF2-0B03-4E80-84F4-5515D1C9396E}" srcOrd="2" destOrd="0" presId="urn:microsoft.com/office/officeart/2005/8/layout/hierarchy1"/>
    <dgm:cxn modelId="{DB09FA8A-17A4-458F-A853-D02B660662D4}" type="presParOf" srcId="{739D2FF2-0B03-4E80-84F4-5515D1C9396E}" destId="{799B6F09-5394-447A-BB34-801216C8DC17}" srcOrd="0" destOrd="0" presId="urn:microsoft.com/office/officeart/2005/8/layout/hierarchy1"/>
    <dgm:cxn modelId="{004B9E36-F870-4E16-BCDA-48F6736471C0}" type="presParOf" srcId="{799B6F09-5394-447A-BB34-801216C8DC17}" destId="{C01D6B0A-6007-4CBF-A9A9-466B83FED2B4}" srcOrd="0" destOrd="0" presId="urn:microsoft.com/office/officeart/2005/8/layout/hierarchy1"/>
    <dgm:cxn modelId="{04924990-129E-4383-9F40-40E30CD75772}" type="presParOf" srcId="{799B6F09-5394-447A-BB34-801216C8DC17}" destId="{501FCC5A-92E0-4D89-B5A5-05013D16066C}" srcOrd="1" destOrd="0" presId="urn:microsoft.com/office/officeart/2005/8/layout/hierarchy1"/>
    <dgm:cxn modelId="{AF24EF0F-7B7E-4870-892E-F59273CED674}" type="presParOf" srcId="{739D2FF2-0B03-4E80-84F4-5515D1C9396E}" destId="{9CEBE2EF-2E98-44B6-92A8-69972B6EC8A7}" srcOrd="1" destOrd="0" presId="urn:microsoft.com/office/officeart/2005/8/layout/hierarchy1"/>
    <dgm:cxn modelId="{A3DB2972-B131-4F37-AC02-86E067CAD0D0}" type="presParOf" srcId="{B3ECC666-B040-4DB3-8387-41E698BEE32E}" destId="{FA49194F-8213-4563-9DAE-0FF92943C51B}" srcOrd="3" destOrd="0" presId="urn:microsoft.com/office/officeart/2005/8/layout/hierarchy1"/>
    <dgm:cxn modelId="{878B08C0-0D01-4D47-9C1D-98862A66F107}" type="presParOf" srcId="{FA49194F-8213-4563-9DAE-0FF92943C51B}" destId="{8B9D5B67-A176-41B4-B5A6-38383F373068}" srcOrd="0" destOrd="0" presId="urn:microsoft.com/office/officeart/2005/8/layout/hierarchy1"/>
    <dgm:cxn modelId="{832CB018-E54A-4D8A-9B00-6234BB0222B7}" type="presParOf" srcId="{8B9D5B67-A176-41B4-B5A6-38383F373068}" destId="{13394B8B-177A-4C1F-9F76-3767F2D0D54C}" srcOrd="0" destOrd="0" presId="urn:microsoft.com/office/officeart/2005/8/layout/hierarchy1"/>
    <dgm:cxn modelId="{BC006915-3AF4-472F-A8F3-7A0D47A2AF41}" type="presParOf" srcId="{8B9D5B67-A176-41B4-B5A6-38383F373068}" destId="{0655F9EA-0E1A-4BED-87B4-F069D9204B49}" srcOrd="1" destOrd="0" presId="urn:microsoft.com/office/officeart/2005/8/layout/hierarchy1"/>
    <dgm:cxn modelId="{40989657-A648-4DF9-BA56-552BDC39289C}" type="presParOf" srcId="{FA49194F-8213-4563-9DAE-0FF92943C51B}" destId="{6EC64966-0E46-4EE0-A934-D1CC94C6C1EF}" srcOrd="1" destOrd="0" presId="urn:microsoft.com/office/officeart/2005/8/layout/hierarchy1"/>
    <dgm:cxn modelId="{569FBAB3-17F2-4948-928B-915777DA7541}" type="presParOf" srcId="{B3ECC666-B040-4DB3-8387-41E698BEE32E}" destId="{1A63627C-DA48-43FF-BB80-30169C30EB70}" srcOrd="4" destOrd="0" presId="urn:microsoft.com/office/officeart/2005/8/layout/hierarchy1"/>
    <dgm:cxn modelId="{08E732D6-D75C-403B-AF6C-F17654CC9605}" type="presParOf" srcId="{1A63627C-DA48-43FF-BB80-30169C30EB70}" destId="{D364DD4E-6DB8-4B07-9E75-79B8DDB1F902}" srcOrd="0" destOrd="0" presId="urn:microsoft.com/office/officeart/2005/8/layout/hierarchy1"/>
    <dgm:cxn modelId="{1D46ADB0-835E-4D4C-A0D3-41DF808B2788}" type="presParOf" srcId="{D364DD4E-6DB8-4B07-9E75-79B8DDB1F902}" destId="{804C108B-B945-4E1A-8AEA-73714D5F4915}" srcOrd="0" destOrd="0" presId="urn:microsoft.com/office/officeart/2005/8/layout/hierarchy1"/>
    <dgm:cxn modelId="{3CE3381A-ADF9-450C-91FE-8A09889E30FF}" type="presParOf" srcId="{D364DD4E-6DB8-4B07-9E75-79B8DDB1F902}" destId="{FCD8730F-3023-4D43-B349-3B661BE15569}" srcOrd="1" destOrd="0" presId="urn:microsoft.com/office/officeart/2005/8/layout/hierarchy1"/>
    <dgm:cxn modelId="{DA6F08E4-F633-4212-8C04-459BA902D8EB}" type="presParOf" srcId="{1A63627C-DA48-43FF-BB80-30169C30EB70}" destId="{8803C3BF-3D22-49E2-98A5-5A5900BC9C43}" srcOrd="1" destOrd="0" presId="urn:microsoft.com/office/officeart/2005/8/layout/hierarchy1"/>
    <dgm:cxn modelId="{237F35BD-C765-433E-B388-DF4FFECD2BDB}" type="presParOf" srcId="{B3ECC666-B040-4DB3-8387-41E698BEE32E}" destId="{F06BB00C-D334-4CE2-BB14-C26960872CDD}" srcOrd="5" destOrd="0" presId="urn:microsoft.com/office/officeart/2005/8/layout/hierarchy1"/>
    <dgm:cxn modelId="{D786D82B-BCE7-4F29-9E6D-ACD88DC354AC}" type="presParOf" srcId="{F06BB00C-D334-4CE2-BB14-C26960872CDD}" destId="{F5A86D50-0AC6-4921-A10A-F8FE2E0CD004}" srcOrd="0" destOrd="0" presId="urn:microsoft.com/office/officeart/2005/8/layout/hierarchy1"/>
    <dgm:cxn modelId="{D43357EB-CEEF-4931-BB76-6C672E68625C}" type="presParOf" srcId="{F5A86D50-0AC6-4921-A10A-F8FE2E0CD004}" destId="{D99BC8C5-854F-4C0B-85C1-A3901E2E5B25}" srcOrd="0" destOrd="0" presId="urn:microsoft.com/office/officeart/2005/8/layout/hierarchy1"/>
    <dgm:cxn modelId="{50E55288-2508-4D7F-9ECF-DE8D3311C7D1}" type="presParOf" srcId="{F5A86D50-0AC6-4921-A10A-F8FE2E0CD004}" destId="{A8F539BD-AB3F-4A3A-8A3A-2118FFBBC116}" srcOrd="1" destOrd="0" presId="urn:microsoft.com/office/officeart/2005/8/layout/hierarchy1"/>
    <dgm:cxn modelId="{ED63BF6A-76DD-43B6-84CA-0B6C2C8B3C9C}" type="presParOf" srcId="{F06BB00C-D334-4CE2-BB14-C26960872CDD}" destId="{1276546A-9770-4493-A551-51FCC71F33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EC4F383-4A32-4EC6-9668-74EF0B18975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75EA66-A219-4BCF-8FA7-076F9447BD6D}">
      <dgm:prSet/>
      <dgm:spPr/>
      <dgm:t>
        <a:bodyPr/>
        <a:lstStyle/>
        <a:p>
          <a:r>
            <a:rPr lang="en-US" dirty="0"/>
            <a:t>Background</a:t>
          </a:r>
        </a:p>
      </dgm:t>
    </dgm:pt>
    <dgm:pt modelId="{8B837760-7D8C-4FED-A038-99F9B0700676}" type="parTrans" cxnId="{1EA600D8-EDCB-4CD6-8A22-026ADC2AD31A}">
      <dgm:prSet/>
      <dgm:spPr/>
      <dgm:t>
        <a:bodyPr/>
        <a:lstStyle/>
        <a:p>
          <a:endParaRPr lang="en-US"/>
        </a:p>
      </dgm:t>
    </dgm:pt>
    <dgm:pt modelId="{09B8B4F4-78D5-47C6-BCE4-52EE81C7F33B}" type="sibTrans" cxnId="{1EA600D8-EDCB-4CD6-8A22-026ADC2AD31A}">
      <dgm:prSet/>
      <dgm:spPr/>
      <dgm:t>
        <a:bodyPr/>
        <a:lstStyle/>
        <a:p>
          <a:endParaRPr lang="en-US"/>
        </a:p>
      </dgm:t>
    </dgm:pt>
    <dgm:pt modelId="{CA31F3C0-04C8-44D6-9EE4-DB0562749E42}">
      <dgm:prSet/>
      <dgm:spPr/>
      <dgm:t>
        <a:bodyPr/>
        <a:lstStyle/>
        <a:p>
          <a:r>
            <a:rPr lang="en-US"/>
            <a:t>Data Details</a:t>
          </a:r>
        </a:p>
      </dgm:t>
    </dgm:pt>
    <dgm:pt modelId="{C3748032-2B48-467C-9677-85B5386F314B}" type="parTrans" cxnId="{AD604F88-3A19-4217-B792-026124E02FC4}">
      <dgm:prSet/>
      <dgm:spPr/>
      <dgm:t>
        <a:bodyPr/>
        <a:lstStyle/>
        <a:p>
          <a:endParaRPr lang="en-US"/>
        </a:p>
      </dgm:t>
    </dgm:pt>
    <dgm:pt modelId="{2F6CEEC1-C8C2-4ECC-887D-57EB9BBF5511}" type="sibTrans" cxnId="{AD604F88-3A19-4217-B792-026124E02FC4}">
      <dgm:prSet/>
      <dgm:spPr/>
      <dgm:t>
        <a:bodyPr/>
        <a:lstStyle/>
        <a:p>
          <a:endParaRPr lang="en-US"/>
        </a:p>
      </dgm:t>
    </dgm:pt>
    <dgm:pt modelId="{B633B4C8-F94E-4449-8301-5D852358B5A7}">
      <dgm:prSet/>
      <dgm:spPr/>
      <dgm:t>
        <a:bodyPr/>
        <a:lstStyle/>
        <a:p>
          <a:r>
            <a:rPr lang="en-US" b="1" dirty="0"/>
            <a:t>Model Details</a:t>
          </a:r>
        </a:p>
      </dgm:t>
    </dgm:pt>
    <dgm:pt modelId="{CC918D66-BCBC-4DE0-8157-B3CDEF27E303}" type="parTrans" cxnId="{E6C804A5-6A20-4A89-89D8-159B166E6293}">
      <dgm:prSet/>
      <dgm:spPr/>
      <dgm:t>
        <a:bodyPr/>
        <a:lstStyle/>
        <a:p>
          <a:endParaRPr lang="en-US"/>
        </a:p>
      </dgm:t>
    </dgm:pt>
    <dgm:pt modelId="{A2F5A020-D4DB-47FB-9735-DDE582BCD14D}" type="sibTrans" cxnId="{E6C804A5-6A20-4A89-89D8-159B166E6293}">
      <dgm:prSet/>
      <dgm:spPr/>
      <dgm:t>
        <a:bodyPr/>
        <a:lstStyle/>
        <a:p>
          <a:endParaRPr lang="en-US"/>
        </a:p>
      </dgm:t>
    </dgm:pt>
    <dgm:pt modelId="{4637E81C-ED3B-4304-8191-E579C01DBB8F}">
      <dgm:prSet/>
      <dgm:spPr/>
      <dgm:t>
        <a:bodyPr/>
        <a:lstStyle/>
        <a:p>
          <a:r>
            <a:rPr lang="en-US"/>
            <a:t>Performance</a:t>
          </a:r>
        </a:p>
      </dgm:t>
    </dgm:pt>
    <dgm:pt modelId="{D8342A39-1708-4F97-9A40-C1F00232B31D}" type="parTrans" cxnId="{13F0F4A6-FBCF-4A74-AB80-11AA8CB9C4B2}">
      <dgm:prSet/>
      <dgm:spPr/>
      <dgm:t>
        <a:bodyPr/>
        <a:lstStyle/>
        <a:p>
          <a:endParaRPr lang="en-US"/>
        </a:p>
      </dgm:t>
    </dgm:pt>
    <dgm:pt modelId="{8864877B-C5A0-4B5D-9D4C-DE522F19D4FF}" type="sibTrans" cxnId="{13F0F4A6-FBCF-4A74-AB80-11AA8CB9C4B2}">
      <dgm:prSet/>
      <dgm:spPr/>
      <dgm:t>
        <a:bodyPr/>
        <a:lstStyle/>
        <a:p>
          <a:endParaRPr lang="en-US"/>
        </a:p>
      </dgm:t>
    </dgm:pt>
    <dgm:pt modelId="{88C26D5D-D467-432D-9526-566E6970B612}">
      <dgm:prSet/>
      <dgm:spPr/>
      <dgm:t>
        <a:bodyPr/>
        <a:lstStyle/>
        <a:p>
          <a:r>
            <a:rPr lang="en-US"/>
            <a:t>Limitations</a:t>
          </a:r>
        </a:p>
      </dgm:t>
    </dgm:pt>
    <dgm:pt modelId="{84C004D5-8695-4693-9070-DB96474C5E75}" type="parTrans" cxnId="{C0934976-6FE4-475B-BFF6-EECC25D2C87E}">
      <dgm:prSet/>
      <dgm:spPr/>
      <dgm:t>
        <a:bodyPr/>
        <a:lstStyle/>
        <a:p>
          <a:endParaRPr lang="en-US"/>
        </a:p>
      </dgm:t>
    </dgm:pt>
    <dgm:pt modelId="{1A5A4C28-B6F6-4C64-BF5F-6AF83F6E218B}" type="sibTrans" cxnId="{C0934976-6FE4-475B-BFF6-EECC25D2C87E}">
      <dgm:prSet/>
      <dgm:spPr/>
      <dgm:t>
        <a:bodyPr/>
        <a:lstStyle/>
        <a:p>
          <a:endParaRPr lang="en-US"/>
        </a:p>
      </dgm:t>
    </dgm:pt>
    <dgm:pt modelId="{E465ECD6-B74F-4B1E-A2A8-7655AB9E9084}">
      <dgm:prSet/>
      <dgm:spPr/>
      <dgm:t>
        <a:bodyPr/>
        <a:lstStyle/>
        <a:p>
          <a:r>
            <a:rPr lang="en-US"/>
            <a:t>Discussion</a:t>
          </a:r>
        </a:p>
      </dgm:t>
    </dgm:pt>
    <dgm:pt modelId="{CBF38C19-D2A4-42B8-A0B0-BAA6919DE7C4}" type="parTrans" cxnId="{A6AA590F-4EFC-49B5-9F95-2A2661142BBE}">
      <dgm:prSet/>
      <dgm:spPr/>
      <dgm:t>
        <a:bodyPr/>
        <a:lstStyle/>
        <a:p>
          <a:endParaRPr lang="en-US"/>
        </a:p>
      </dgm:t>
    </dgm:pt>
    <dgm:pt modelId="{B45E4BF5-2468-47FB-BAF3-BAFBFB38BE92}" type="sibTrans" cxnId="{A6AA590F-4EFC-49B5-9F95-2A2661142BBE}">
      <dgm:prSet/>
      <dgm:spPr/>
      <dgm:t>
        <a:bodyPr/>
        <a:lstStyle/>
        <a:p>
          <a:endParaRPr lang="en-US"/>
        </a:p>
      </dgm:t>
    </dgm:pt>
    <dgm:pt modelId="{B3ECC666-B040-4DB3-8387-41E698BEE32E}" type="pres">
      <dgm:prSet presAssocID="{6EC4F383-4A32-4EC6-9668-74EF0B1897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72FE66E-74E5-4995-9C86-7ADE90AFE9AF}" type="pres">
      <dgm:prSet presAssocID="{2D75EA66-A219-4BCF-8FA7-076F9447BD6D}" presName="hierRoot1" presStyleCnt="0"/>
      <dgm:spPr/>
    </dgm:pt>
    <dgm:pt modelId="{81E047FB-80D5-400C-B8C0-F0F89E3DCEC5}" type="pres">
      <dgm:prSet presAssocID="{2D75EA66-A219-4BCF-8FA7-076F9447BD6D}" presName="composite" presStyleCnt="0"/>
      <dgm:spPr/>
    </dgm:pt>
    <dgm:pt modelId="{50DB8394-8065-489B-8A0A-833B3904CF8F}" type="pres">
      <dgm:prSet presAssocID="{2D75EA66-A219-4BCF-8FA7-076F9447BD6D}" presName="background" presStyleLbl="node0" presStyleIdx="0" presStyleCnt="6"/>
      <dgm:spPr/>
    </dgm:pt>
    <dgm:pt modelId="{44B1FFB5-6761-4140-967B-7CD52473FFC0}" type="pres">
      <dgm:prSet presAssocID="{2D75EA66-A219-4BCF-8FA7-076F9447BD6D}" presName="text" presStyleLbl="fgAcc0" presStyleIdx="0" presStyleCnt="6">
        <dgm:presLayoutVars>
          <dgm:chPref val="3"/>
        </dgm:presLayoutVars>
      </dgm:prSet>
      <dgm:spPr/>
    </dgm:pt>
    <dgm:pt modelId="{68C0ACF9-6547-437F-B3B1-CD802BDBB65C}" type="pres">
      <dgm:prSet presAssocID="{2D75EA66-A219-4BCF-8FA7-076F9447BD6D}" presName="hierChild2" presStyleCnt="0"/>
      <dgm:spPr/>
    </dgm:pt>
    <dgm:pt modelId="{A8F2C94E-086A-44AD-8BA5-3C1DF8272007}" type="pres">
      <dgm:prSet presAssocID="{CA31F3C0-04C8-44D6-9EE4-DB0562749E42}" presName="hierRoot1" presStyleCnt="0"/>
      <dgm:spPr/>
    </dgm:pt>
    <dgm:pt modelId="{534306BA-E762-43CF-83E5-D3E4D6964791}" type="pres">
      <dgm:prSet presAssocID="{CA31F3C0-04C8-44D6-9EE4-DB0562749E42}" presName="composite" presStyleCnt="0"/>
      <dgm:spPr/>
    </dgm:pt>
    <dgm:pt modelId="{71F729D4-B262-425F-9EFF-433C8C2A00ED}" type="pres">
      <dgm:prSet presAssocID="{CA31F3C0-04C8-44D6-9EE4-DB0562749E42}" presName="background" presStyleLbl="node0" presStyleIdx="1" presStyleCnt="6"/>
      <dgm:spPr/>
    </dgm:pt>
    <dgm:pt modelId="{D4CF1116-2DCE-4213-8375-0301575973A5}" type="pres">
      <dgm:prSet presAssocID="{CA31F3C0-04C8-44D6-9EE4-DB0562749E42}" presName="text" presStyleLbl="fgAcc0" presStyleIdx="1" presStyleCnt="6">
        <dgm:presLayoutVars>
          <dgm:chPref val="3"/>
        </dgm:presLayoutVars>
      </dgm:prSet>
      <dgm:spPr/>
    </dgm:pt>
    <dgm:pt modelId="{BBC5D6A2-420B-4534-99F6-C9989D5CD029}" type="pres">
      <dgm:prSet presAssocID="{CA31F3C0-04C8-44D6-9EE4-DB0562749E42}" presName="hierChild2" presStyleCnt="0"/>
      <dgm:spPr/>
    </dgm:pt>
    <dgm:pt modelId="{739D2FF2-0B03-4E80-84F4-5515D1C9396E}" type="pres">
      <dgm:prSet presAssocID="{B633B4C8-F94E-4449-8301-5D852358B5A7}" presName="hierRoot1" presStyleCnt="0"/>
      <dgm:spPr/>
    </dgm:pt>
    <dgm:pt modelId="{799B6F09-5394-447A-BB34-801216C8DC17}" type="pres">
      <dgm:prSet presAssocID="{B633B4C8-F94E-4449-8301-5D852358B5A7}" presName="composite" presStyleCnt="0"/>
      <dgm:spPr/>
    </dgm:pt>
    <dgm:pt modelId="{C01D6B0A-6007-4CBF-A9A9-466B83FED2B4}" type="pres">
      <dgm:prSet presAssocID="{B633B4C8-F94E-4449-8301-5D852358B5A7}" presName="background" presStyleLbl="node0" presStyleIdx="2" presStyleCnt="6"/>
      <dgm:spPr/>
    </dgm:pt>
    <dgm:pt modelId="{501FCC5A-92E0-4D89-B5A5-05013D16066C}" type="pres">
      <dgm:prSet presAssocID="{B633B4C8-F94E-4449-8301-5D852358B5A7}" presName="text" presStyleLbl="fgAcc0" presStyleIdx="2" presStyleCnt="6">
        <dgm:presLayoutVars>
          <dgm:chPref val="3"/>
        </dgm:presLayoutVars>
      </dgm:prSet>
      <dgm:spPr/>
    </dgm:pt>
    <dgm:pt modelId="{9CEBE2EF-2E98-44B6-92A8-69972B6EC8A7}" type="pres">
      <dgm:prSet presAssocID="{B633B4C8-F94E-4449-8301-5D852358B5A7}" presName="hierChild2" presStyleCnt="0"/>
      <dgm:spPr/>
    </dgm:pt>
    <dgm:pt modelId="{FA49194F-8213-4563-9DAE-0FF92943C51B}" type="pres">
      <dgm:prSet presAssocID="{4637E81C-ED3B-4304-8191-E579C01DBB8F}" presName="hierRoot1" presStyleCnt="0"/>
      <dgm:spPr/>
    </dgm:pt>
    <dgm:pt modelId="{8B9D5B67-A176-41B4-B5A6-38383F373068}" type="pres">
      <dgm:prSet presAssocID="{4637E81C-ED3B-4304-8191-E579C01DBB8F}" presName="composite" presStyleCnt="0"/>
      <dgm:spPr/>
    </dgm:pt>
    <dgm:pt modelId="{13394B8B-177A-4C1F-9F76-3767F2D0D54C}" type="pres">
      <dgm:prSet presAssocID="{4637E81C-ED3B-4304-8191-E579C01DBB8F}" presName="background" presStyleLbl="node0" presStyleIdx="3" presStyleCnt="6"/>
      <dgm:spPr/>
    </dgm:pt>
    <dgm:pt modelId="{0655F9EA-0E1A-4BED-87B4-F069D9204B49}" type="pres">
      <dgm:prSet presAssocID="{4637E81C-ED3B-4304-8191-E579C01DBB8F}" presName="text" presStyleLbl="fgAcc0" presStyleIdx="3" presStyleCnt="6">
        <dgm:presLayoutVars>
          <dgm:chPref val="3"/>
        </dgm:presLayoutVars>
      </dgm:prSet>
      <dgm:spPr/>
    </dgm:pt>
    <dgm:pt modelId="{6EC64966-0E46-4EE0-A934-D1CC94C6C1EF}" type="pres">
      <dgm:prSet presAssocID="{4637E81C-ED3B-4304-8191-E579C01DBB8F}" presName="hierChild2" presStyleCnt="0"/>
      <dgm:spPr/>
    </dgm:pt>
    <dgm:pt modelId="{1A63627C-DA48-43FF-BB80-30169C30EB70}" type="pres">
      <dgm:prSet presAssocID="{88C26D5D-D467-432D-9526-566E6970B612}" presName="hierRoot1" presStyleCnt="0"/>
      <dgm:spPr/>
    </dgm:pt>
    <dgm:pt modelId="{D364DD4E-6DB8-4B07-9E75-79B8DDB1F902}" type="pres">
      <dgm:prSet presAssocID="{88C26D5D-D467-432D-9526-566E6970B612}" presName="composite" presStyleCnt="0"/>
      <dgm:spPr/>
    </dgm:pt>
    <dgm:pt modelId="{804C108B-B945-4E1A-8AEA-73714D5F4915}" type="pres">
      <dgm:prSet presAssocID="{88C26D5D-D467-432D-9526-566E6970B612}" presName="background" presStyleLbl="node0" presStyleIdx="4" presStyleCnt="6"/>
      <dgm:spPr/>
    </dgm:pt>
    <dgm:pt modelId="{FCD8730F-3023-4D43-B349-3B661BE15569}" type="pres">
      <dgm:prSet presAssocID="{88C26D5D-D467-432D-9526-566E6970B612}" presName="text" presStyleLbl="fgAcc0" presStyleIdx="4" presStyleCnt="6">
        <dgm:presLayoutVars>
          <dgm:chPref val="3"/>
        </dgm:presLayoutVars>
      </dgm:prSet>
      <dgm:spPr/>
    </dgm:pt>
    <dgm:pt modelId="{8803C3BF-3D22-49E2-98A5-5A5900BC9C43}" type="pres">
      <dgm:prSet presAssocID="{88C26D5D-D467-432D-9526-566E6970B612}" presName="hierChild2" presStyleCnt="0"/>
      <dgm:spPr/>
    </dgm:pt>
    <dgm:pt modelId="{F06BB00C-D334-4CE2-BB14-C26960872CDD}" type="pres">
      <dgm:prSet presAssocID="{E465ECD6-B74F-4B1E-A2A8-7655AB9E9084}" presName="hierRoot1" presStyleCnt="0"/>
      <dgm:spPr/>
    </dgm:pt>
    <dgm:pt modelId="{F5A86D50-0AC6-4921-A10A-F8FE2E0CD004}" type="pres">
      <dgm:prSet presAssocID="{E465ECD6-B74F-4B1E-A2A8-7655AB9E9084}" presName="composite" presStyleCnt="0"/>
      <dgm:spPr/>
    </dgm:pt>
    <dgm:pt modelId="{D99BC8C5-854F-4C0B-85C1-A3901E2E5B25}" type="pres">
      <dgm:prSet presAssocID="{E465ECD6-B74F-4B1E-A2A8-7655AB9E9084}" presName="background" presStyleLbl="node0" presStyleIdx="5" presStyleCnt="6"/>
      <dgm:spPr/>
    </dgm:pt>
    <dgm:pt modelId="{A8F539BD-AB3F-4A3A-8A3A-2118FFBBC116}" type="pres">
      <dgm:prSet presAssocID="{E465ECD6-B74F-4B1E-A2A8-7655AB9E9084}" presName="text" presStyleLbl="fgAcc0" presStyleIdx="5" presStyleCnt="6">
        <dgm:presLayoutVars>
          <dgm:chPref val="3"/>
        </dgm:presLayoutVars>
      </dgm:prSet>
      <dgm:spPr/>
    </dgm:pt>
    <dgm:pt modelId="{1276546A-9770-4493-A551-51FCC71F3392}" type="pres">
      <dgm:prSet presAssocID="{E465ECD6-B74F-4B1E-A2A8-7655AB9E9084}" presName="hierChild2" presStyleCnt="0"/>
      <dgm:spPr/>
    </dgm:pt>
  </dgm:ptLst>
  <dgm:cxnLst>
    <dgm:cxn modelId="{A6AA590F-4EFC-49B5-9F95-2A2661142BBE}" srcId="{6EC4F383-4A32-4EC6-9668-74EF0B18975B}" destId="{E465ECD6-B74F-4B1E-A2A8-7655AB9E9084}" srcOrd="5" destOrd="0" parTransId="{CBF38C19-D2A4-42B8-A0B0-BAA6919DE7C4}" sibTransId="{B45E4BF5-2468-47FB-BAF3-BAFBFB38BE92}"/>
    <dgm:cxn modelId="{4FC6D318-FFA2-41FB-B77A-B4DF09F1BC32}" type="presOf" srcId="{CA31F3C0-04C8-44D6-9EE4-DB0562749E42}" destId="{D4CF1116-2DCE-4213-8375-0301575973A5}" srcOrd="0" destOrd="0" presId="urn:microsoft.com/office/officeart/2005/8/layout/hierarchy1"/>
    <dgm:cxn modelId="{59E90621-665D-4483-9BA2-5CCAE2AF170B}" type="presOf" srcId="{88C26D5D-D467-432D-9526-566E6970B612}" destId="{FCD8730F-3023-4D43-B349-3B661BE15569}" srcOrd="0" destOrd="0" presId="urn:microsoft.com/office/officeart/2005/8/layout/hierarchy1"/>
    <dgm:cxn modelId="{E1D21D5B-646A-4ED8-A1A0-58CE5C226262}" type="presOf" srcId="{B633B4C8-F94E-4449-8301-5D852358B5A7}" destId="{501FCC5A-92E0-4D89-B5A5-05013D16066C}" srcOrd="0" destOrd="0" presId="urn:microsoft.com/office/officeart/2005/8/layout/hierarchy1"/>
    <dgm:cxn modelId="{0D5F385B-99C3-42CF-B1A6-22439B47D02B}" type="presOf" srcId="{6EC4F383-4A32-4EC6-9668-74EF0B18975B}" destId="{B3ECC666-B040-4DB3-8387-41E698BEE32E}" srcOrd="0" destOrd="0" presId="urn:microsoft.com/office/officeart/2005/8/layout/hierarchy1"/>
    <dgm:cxn modelId="{C376DA60-8EBE-4C07-A791-8E855FF97B8E}" type="presOf" srcId="{2D75EA66-A219-4BCF-8FA7-076F9447BD6D}" destId="{44B1FFB5-6761-4140-967B-7CD52473FFC0}" srcOrd="0" destOrd="0" presId="urn:microsoft.com/office/officeart/2005/8/layout/hierarchy1"/>
    <dgm:cxn modelId="{CDFADD69-6BF1-4699-8DFE-0A861BA65D16}" type="presOf" srcId="{E465ECD6-B74F-4B1E-A2A8-7655AB9E9084}" destId="{A8F539BD-AB3F-4A3A-8A3A-2118FFBBC116}" srcOrd="0" destOrd="0" presId="urn:microsoft.com/office/officeart/2005/8/layout/hierarchy1"/>
    <dgm:cxn modelId="{C0934976-6FE4-475B-BFF6-EECC25D2C87E}" srcId="{6EC4F383-4A32-4EC6-9668-74EF0B18975B}" destId="{88C26D5D-D467-432D-9526-566E6970B612}" srcOrd="4" destOrd="0" parTransId="{84C004D5-8695-4693-9070-DB96474C5E75}" sibTransId="{1A5A4C28-B6F6-4C64-BF5F-6AF83F6E218B}"/>
    <dgm:cxn modelId="{384F0978-B4A1-4759-ACC1-94474B1863AA}" type="presOf" srcId="{4637E81C-ED3B-4304-8191-E579C01DBB8F}" destId="{0655F9EA-0E1A-4BED-87B4-F069D9204B49}" srcOrd="0" destOrd="0" presId="urn:microsoft.com/office/officeart/2005/8/layout/hierarchy1"/>
    <dgm:cxn modelId="{AD604F88-3A19-4217-B792-026124E02FC4}" srcId="{6EC4F383-4A32-4EC6-9668-74EF0B18975B}" destId="{CA31F3C0-04C8-44D6-9EE4-DB0562749E42}" srcOrd="1" destOrd="0" parTransId="{C3748032-2B48-467C-9677-85B5386F314B}" sibTransId="{2F6CEEC1-C8C2-4ECC-887D-57EB9BBF5511}"/>
    <dgm:cxn modelId="{E6C804A5-6A20-4A89-89D8-159B166E6293}" srcId="{6EC4F383-4A32-4EC6-9668-74EF0B18975B}" destId="{B633B4C8-F94E-4449-8301-5D852358B5A7}" srcOrd="2" destOrd="0" parTransId="{CC918D66-BCBC-4DE0-8157-B3CDEF27E303}" sibTransId="{A2F5A020-D4DB-47FB-9735-DDE582BCD14D}"/>
    <dgm:cxn modelId="{13F0F4A6-FBCF-4A74-AB80-11AA8CB9C4B2}" srcId="{6EC4F383-4A32-4EC6-9668-74EF0B18975B}" destId="{4637E81C-ED3B-4304-8191-E579C01DBB8F}" srcOrd="3" destOrd="0" parTransId="{D8342A39-1708-4F97-9A40-C1F00232B31D}" sibTransId="{8864877B-C5A0-4B5D-9D4C-DE522F19D4FF}"/>
    <dgm:cxn modelId="{1EA600D8-EDCB-4CD6-8A22-026ADC2AD31A}" srcId="{6EC4F383-4A32-4EC6-9668-74EF0B18975B}" destId="{2D75EA66-A219-4BCF-8FA7-076F9447BD6D}" srcOrd="0" destOrd="0" parTransId="{8B837760-7D8C-4FED-A038-99F9B0700676}" sibTransId="{09B8B4F4-78D5-47C6-BCE4-52EE81C7F33B}"/>
    <dgm:cxn modelId="{821C977F-7245-4CBD-9782-A25138058D2F}" type="presParOf" srcId="{B3ECC666-B040-4DB3-8387-41E698BEE32E}" destId="{C72FE66E-74E5-4995-9C86-7ADE90AFE9AF}" srcOrd="0" destOrd="0" presId="urn:microsoft.com/office/officeart/2005/8/layout/hierarchy1"/>
    <dgm:cxn modelId="{87CE8416-35B8-4AA9-8243-DF0379DAD6A1}" type="presParOf" srcId="{C72FE66E-74E5-4995-9C86-7ADE90AFE9AF}" destId="{81E047FB-80D5-400C-B8C0-F0F89E3DCEC5}" srcOrd="0" destOrd="0" presId="urn:microsoft.com/office/officeart/2005/8/layout/hierarchy1"/>
    <dgm:cxn modelId="{39A1C55D-378E-47ED-8A59-2307A8F2C685}" type="presParOf" srcId="{81E047FB-80D5-400C-B8C0-F0F89E3DCEC5}" destId="{50DB8394-8065-489B-8A0A-833B3904CF8F}" srcOrd="0" destOrd="0" presId="urn:microsoft.com/office/officeart/2005/8/layout/hierarchy1"/>
    <dgm:cxn modelId="{89C2E235-70DE-43A5-903E-E2FC7A2961D9}" type="presParOf" srcId="{81E047FB-80D5-400C-B8C0-F0F89E3DCEC5}" destId="{44B1FFB5-6761-4140-967B-7CD52473FFC0}" srcOrd="1" destOrd="0" presId="urn:microsoft.com/office/officeart/2005/8/layout/hierarchy1"/>
    <dgm:cxn modelId="{8DACF2D5-9F1F-4BAD-9273-FBF70257E9D4}" type="presParOf" srcId="{C72FE66E-74E5-4995-9C86-7ADE90AFE9AF}" destId="{68C0ACF9-6547-437F-B3B1-CD802BDBB65C}" srcOrd="1" destOrd="0" presId="urn:microsoft.com/office/officeart/2005/8/layout/hierarchy1"/>
    <dgm:cxn modelId="{CE7C52C4-454F-49E2-8A81-CAEC46858605}" type="presParOf" srcId="{B3ECC666-B040-4DB3-8387-41E698BEE32E}" destId="{A8F2C94E-086A-44AD-8BA5-3C1DF8272007}" srcOrd="1" destOrd="0" presId="urn:microsoft.com/office/officeart/2005/8/layout/hierarchy1"/>
    <dgm:cxn modelId="{B0A9B52E-51F2-42BA-A35F-13746635BC16}" type="presParOf" srcId="{A8F2C94E-086A-44AD-8BA5-3C1DF8272007}" destId="{534306BA-E762-43CF-83E5-D3E4D6964791}" srcOrd="0" destOrd="0" presId="urn:microsoft.com/office/officeart/2005/8/layout/hierarchy1"/>
    <dgm:cxn modelId="{7D5A4D2C-6B7A-466C-993E-F778BE75C472}" type="presParOf" srcId="{534306BA-E762-43CF-83E5-D3E4D6964791}" destId="{71F729D4-B262-425F-9EFF-433C8C2A00ED}" srcOrd="0" destOrd="0" presId="urn:microsoft.com/office/officeart/2005/8/layout/hierarchy1"/>
    <dgm:cxn modelId="{D896F96F-1285-4C0F-B74E-54E121FC9823}" type="presParOf" srcId="{534306BA-E762-43CF-83E5-D3E4D6964791}" destId="{D4CF1116-2DCE-4213-8375-0301575973A5}" srcOrd="1" destOrd="0" presId="urn:microsoft.com/office/officeart/2005/8/layout/hierarchy1"/>
    <dgm:cxn modelId="{0BE6CBFC-336C-4964-A6DD-CDC97FF3B4FA}" type="presParOf" srcId="{A8F2C94E-086A-44AD-8BA5-3C1DF8272007}" destId="{BBC5D6A2-420B-4534-99F6-C9989D5CD029}" srcOrd="1" destOrd="0" presId="urn:microsoft.com/office/officeart/2005/8/layout/hierarchy1"/>
    <dgm:cxn modelId="{3D0CA3B8-4F24-48D4-AD55-0F5660B8AE12}" type="presParOf" srcId="{B3ECC666-B040-4DB3-8387-41E698BEE32E}" destId="{739D2FF2-0B03-4E80-84F4-5515D1C9396E}" srcOrd="2" destOrd="0" presId="urn:microsoft.com/office/officeart/2005/8/layout/hierarchy1"/>
    <dgm:cxn modelId="{DB09FA8A-17A4-458F-A853-D02B660662D4}" type="presParOf" srcId="{739D2FF2-0B03-4E80-84F4-5515D1C9396E}" destId="{799B6F09-5394-447A-BB34-801216C8DC17}" srcOrd="0" destOrd="0" presId="urn:microsoft.com/office/officeart/2005/8/layout/hierarchy1"/>
    <dgm:cxn modelId="{004B9E36-F870-4E16-BCDA-48F6736471C0}" type="presParOf" srcId="{799B6F09-5394-447A-BB34-801216C8DC17}" destId="{C01D6B0A-6007-4CBF-A9A9-466B83FED2B4}" srcOrd="0" destOrd="0" presId="urn:microsoft.com/office/officeart/2005/8/layout/hierarchy1"/>
    <dgm:cxn modelId="{04924990-129E-4383-9F40-40E30CD75772}" type="presParOf" srcId="{799B6F09-5394-447A-BB34-801216C8DC17}" destId="{501FCC5A-92E0-4D89-B5A5-05013D16066C}" srcOrd="1" destOrd="0" presId="urn:microsoft.com/office/officeart/2005/8/layout/hierarchy1"/>
    <dgm:cxn modelId="{AF24EF0F-7B7E-4870-892E-F59273CED674}" type="presParOf" srcId="{739D2FF2-0B03-4E80-84F4-5515D1C9396E}" destId="{9CEBE2EF-2E98-44B6-92A8-69972B6EC8A7}" srcOrd="1" destOrd="0" presId="urn:microsoft.com/office/officeart/2005/8/layout/hierarchy1"/>
    <dgm:cxn modelId="{A3DB2972-B131-4F37-AC02-86E067CAD0D0}" type="presParOf" srcId="{B3ECC666-B040-4DB3-8387-41E698BEE32E}" destId="{FA49194F-8213-4563-9DAE-0FF92943C51B}" srcOrd="3" destOrd="0" presId="urn:microsoft.com/office/officeart/2005/8/layout/hierarchy1"/>
    <dgm:cxn modelId="{878B08C0-0D01-4D47-9C1D-98862A66F107}" type="presParOf" srcId="{FA49194F-8213-4563-9DAE-0FF92943C51B}" destId="{8B9D5B67-A176-41B4-B5A6-38383F373068}" srcOrd="0" destOrd="0" presId="urn:microsoft.com/office/officeart/2005/8/layout/hierarchy1"/>
    <dgm:cxn modelId="{832CB018-E54A-4D8A-9B00-6234BB0222B7}" type="presParOf" srcId="{8B9D5B67-A176-41B4-B5A6-38383F373068}" destId="{13394B8B-177A-4C1F-9F76-3767F2D0D54C}" srcOrd="0" destOrd="0" presId="urn:microsoft.com/office/officeart/2005/8/layout/hierarchy1"/>
    <dgm:cxn modelId="{BC006915-3AF4-472F-A8F3-7A0D47A2AF41}" type="presParOf" srcId="{8B9D5B67-A176-41B4-B5A6-38383F373068}" destId="{0655F9EA-0E1A-4BED-87B4-F069D9204B49}" srcOrd="1" destOrd="0" presId="urn:microsoft.com/office/officeart/2005/8/layout/hierarchy1"/>
    <dgm:cxn modelId="{40989657-A648-4DF9-BA56-552BDC39289C}" type="presParOf" srcId="{FA49194F-8213-4563-9DAE-0FF92943C51B}" destId="{6EC64966-0E46-4EE0-A934-D1CC94C6C1EF}" srcOrd="1" destOrd="0" presId="urn:microsoft.com/office/officeart/2005/8/layout/hierarchy1"/>
    <dgm:cxn modelId="{569FBAB3-17F2-4948-928B-915777DA7541}" type="presParOf" srcId="{B3ECC666-B040-4DB3-8387-41E698BEE32E}" destId="{1A63627C-DA48-43FF-BB80-30169C30EB70}" srcOrd="4" destOrd="0" presId="urn:microsoft.com/office/officeart/2005/8/layout/hierarchy1"/>
    <dgm:cxn modelId="{08E732D6-D75C-403B-AF6C-F17654CC9605}" type="presParOf" srcId="{1A63627C-DA48-43FF-BB80-30169C30EB70}" destId="{D364DD4E-6DB8-4B07-9E75-79B8DDB1F902}" srcOrd="0" destOrd="0" presId="urn:microsoft.com/office/officeart/2005/8/layout/hierarchy1"/>
    <dgm:cxn modelId="{1D46ADB0-835E-4D4C-A0D3-41DF808B2788}" type="presParOf" srcId="{D364DD4E-6DB8-4B07-9E75-79B8DDB1F902}" destId="{804C108B-B945-4E1A-8AEA-73714D5F4915}" srcOrd="0" destOrd="0" presId="urn:microsoft.com/office/officeart/2005/8/layout/hierarchy1"/>
    <dgm:cxn modelId="{3CE3381A-ADF9-450C-91FE-8A09889E30FF}" type="presParOf" srcId="{D364DD4E-6DB8-4B07-9E75-79B8DDB1F902}" destId="{FCD8730F-3023-4D43-B349-3B661BE15569}" srcOrd="1" destOrd="0" presId="urn:microsoft.com/office/officeart/2005/8/layout/hierarchy1"/>
    <dgm:cxn modelId="{DA6F08E4-F633-4212-8C04-459BA902D8EB}" type="presParOf" srcId="{1A63627C-DA48-43FF-BB80-30169C30EB70}" destId="{8803C3BF-3D22-49E2-98A5-5A5900BC9C43}" srcOrd="1" destOrd="0" presId="urn:microsoft.com/office/officeart/2005/8/layout/hierarchy1"/>
    <dgm:cxn modelId="{237F35BD-C765-433E-B388-DF4FFECD2BDB}" type="presParOf" srcId="{B3ECC666-B040-4DB3-8387-41E698BEE32E}" destId="{F06BB00C-D334-4CE2-BB14-C26960872CDD}" srcOrd="5" destOrd="0" presId="urn:microsoft.com/office/officeart/2005/8/layout/hierarchy1"/>
    <dgm:cxn modelId="{D786D82B-BCE7-4F29-9E6D-ACD88DC354AC}" type="presParOf" srcId="{F06BB00C-D334-4CE2-BB14-C26960872CDD}" destId="{F5A86D50-0AC6-4921-A10A-F8FE2E0CD004}" srcOrd="0" destOrd="0" presId="urn:microsoft.com/office/officeart/2005/8/layout/hierarchy1"/>
    <dgm:cxn modelId="{D43357EB-CEEF-4931-BB76-6C672E68625C}" type="presParOf" srcId="{F5A86D50-0AC6-4921-A10A-F8FE2E0CD004}" destId="{D99BC8C5-854F-4C0B-85C1-A3901E2E5B25}" srcOrd="0" destOrd="0" presId="urn:microsoft.com/office/officeart/2005/8/layout/hierarchy1"/>
    <dgm:cxn modelId="{50E55288-2508-4D7F-9ECF-DE8D3311C7D1}" type="presParOf" srcId="{F5A86D50-0AC6-4921-A10A-F8FE2E0CD004}" destId="{A8F539BD-AB3F-4A3A-8A3A-2118FFBBC116}" srcOrd="1" destOrd="0" presId="urn:microsoft.com/office/officeart/2005/8/layout/hierarchy1"/>
    <dgm:cxn modelId="{ED63BF6A-76DD-43B6-84CA-0B6C2C8B3C9C}" type="presParOf" srcId="{F06BB00C-D334-4CE2-BB14-C26960872CDD}" destId="{1276546A-9770-4493-A551-51FCC71F33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EC4F383-4A32-4EC6-9668-74EF0B18975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75EA66-A219-4BCF-8FA7-076F9447BD6D}">
      <dgm:prSet/>
      <dgm:spPr/>
      <dgm:t>
        <a:bodyPr/>
        <a:lstStyle/>
        <a:p>
          <a:r>
            <a:rPr lang="en-US" dirty="0"/>
            <a:t>Background</a:t>
          </a:r>
        </a:p>
      </dgm:t>
    </dgm:pt>
    <dgm:pt modelId="{8B837760-7D8C-4FED-A038-99F9B0700676}" type="parTrans" cxnId="{1EA600D8-EDCB-4CD6-8A22-026ADC2AD31A}">
      <dgm:prSet/>
      <dgm:spPr/>
      <dgm:t>
        <a:bodyPr/>
        <a:lstStyle/>
        <a:p>
          <a:endParaRPr lang="en-US"/>
        </a:p>
      </dgm:t>
    </dgm:pt>
    <dgm:pt modelId="{09B8B4F4-78D5-47C6-BCE4-52EE81C7F33B}" type="sibTrans" cxnId="{1EA600D8-EDCB-4CD6-8A22-026ADC2AD31A}">
      <dgm:prSet/>
      <dgm:spPr/>
      <dgm:t>
        <a:bodyPr/>
        <a:lstStyle/>
        <a:p>
          <a:endParaRPr lang="en-US"/>
        </a:p>
      </dgm:t>
    </dgm:pt>
    <dgm:pt modelId="{CA31F3C0-04C8-44D6-9EE4-DB0562749E42}">
      <dgm:prSet/>
      <dgm:spPr/>
      <dgm:t>
        <a:bodyPr/>
        <a:lstStyle/>
        <a:p>
          <a:r>
            <a:rPr lang="en-US"/>
            <a:t>Data Details</a:t>
          </a:r>
        </a:p>
      </dgm:t>
    </dgm:pt>
    <dgm:pt modelId="{C3748032-2B48-467C-9677-85B5386F314B}" type="parTrans" cxnId="{AD604F88-3A19-4217-B792-026124E02FC4}">
      <dgm:prSet/>
      <dgm:spPr/>
      <dgm:t>
        <a:bodyPr/>
        <a:lstStyle/>
        <a:p>
          <a:endParaRPr lang="en-US"/>
        </a:p>
      </dgm:t>
    </dgm:pt>
    <dgm:pt modelId="{2F6CEEC1-C8C2-4ECC-887D-57EB9BBF5511}" type="sibTrans" cxnId="{AD604F88-3A19-4217-B792-026124E02FC4}">
      <dgm:prSet/>
      <dgm:spPr/>
      <dgm:t>
        <a:bodyPr/>
        <a:lstStyle/>
        <a:p>
          <a:endParaRPr lang="en-US"/>
        </a:p>
      </dgm:t>
    </dgm:pt>
    <dgm:pt modelId="{B633B4C8-F94E-4449-8301-5D852358B5A7}">
      <dgm:prSet/>
      <dgm:spPr/>
      <dgm:t>
        <a:bodyPr/>
        <a:lstStyle/>
        <a:p>
          <a:r>
            <a:rPr lang="en-US" b="1" dirty="0"/>
            <a:t>Model Details</a:t>
          </a:r>
        </a:p>
      </dgm:t>
    </dgm:pt>
    <dgm:pt modelId="{CC918D66-BCBC-4DE0-8157-B3CDEF27E303}" type="parTrans" cxnId="{E6C804A5-6A20-4A89-89D8-159B166E6293}">
      <dgm:prSet/>
      <dgm:spPr/>
      <dgm:t>
        <a:bodyPr/>
        <a:lstStyle/>
        <a:p>
          <a:endParaRPr lang="en-US"/>
        </a:p>
      </dgm:t>
    </dgm:pt>
    <dgm:pt modelId="{A2F5A020-D4DB-47FB-9735-DDE582BCD14D}" type="sibTrans" cxnId="{E6C804A5-6A20-4A89-89D8-159B166E6293}">
      <dgm:prSet/>
      <dgm:spPr/>
      <dgm:t>
        <a:bodyPr/>
        <a:lstStyle/>
        <a:p>
          <a:endParaRPr lang="en-US"/>
        </a:p>
      </dgm:t>
    </dgm:pt>
    <dgm:pt modelId="{4637E81C-ED3B-4304-8191-E579C01DBB8F}">
      <dgm:prSet/>
      <dgm:spPr/>
      <dgm:t>
        <a:bodyPr/>
        <a:lstStyle/>
        <a:p>
          <a:r>
            <a:rPr lang="en-US"/>
            <a:t>Performance</a:t>
          </a:r>
        </a:p>
      </dgm:t>
    </dgm:pt>
    <dgm:pt modelId="{D8342A39-1708-4F97-9A40-C1F00232B31D}" type="parTrans" cxnId="{13F0F4A6-FBCF-4A74-AB80-11AA8CB9C4B2}">
      <dgm:prSet/>
      <dgm:spPr/>
      <dgm:t>
        <a:bodyPr/>
        <a:lstStyle/>
        <a:p>
          <a:endParaRPr lang="en-US"/>
        </a:p>
      </dgm:t>
    </dgm:pt>
    <dgm:pt modelId="{8864877B-C5A0-4B5D-9D4C-DE522F19D4FF}" type="sibTrans" cxnId="{13F0F4A6-FBCF-4A74-AB80-11AA8CB9C4B2}">
      <dgm:prSet/>
      <dgm:spPr/>
      <dgm:t>
        <a:bodyPr/>
        <a:lstStyle/>
        <a:p>
          <a:endParaRPr lang="en-US"/>
        </a:p>
      </dgm:t>
    </dgm:pt>
    <dgm:pt modelId="{88C26D5D-D467-432D-9526-566E6970B612}">
      <dgm:prSet/>
      <dgm:spPr/>
      <dgm:t>
        <a:bodyPr/>
        <a:lstStyle/>
        <a:p>
          <a:r>
            <a:rPr lang="en-US"/>
            <a:t>Limitations</a:t>
          </a:r>
        </a:p>
      </dgm:t>
    </dgm:pt>
    <dgm:pt modelId="{84C004D5-8695-4693-9070-DB96474C5E75}" type="parTrans" cxnId="{C0934976-6FE4-475B-BFF6-EECC25D2C87E}">
      <dgm:prSet/>
      <dgm:spPr/>
      <dgm:t>
        <a:bodyPr/>
        <a:lstStyle/>
        <a:p>
          <a:endParaRPr lang="en-US"/>
        </a:p>
      </dgm:t>
    </dgm:pt>
    <dgm:pt modelId="{1A5A4C28-B6F6-4C64-BF5F-6AF83F6E218B}" type="sibTrans" cxnId="{C0934976-6FE4-475B-BFF6-EECC25D2C87E}">
      <dgm:prSet/>
      <dgm:spPr/>
      <dgm:t>
        <a:bodyPr/>
        <a:lstStyle/>
        <a:p>
          <a:endParaRPr lang="en-US"/>
        </a:p>
      </dgm:t>
    </dgm:pt>
    <dgm:pt modelId="{E465ECD6-B74F-4B1E-A2A8-7655AB9E9084}">
      <dgm:prSet/>
      <dgm:spPr/>
      <dgm:t>
        <a:bodyPr/>
        <a:lstStyle/>
        <a:p>
          <a:r>
            <a:rPr lang="en-US"/>
            <a:t>Discussion</a:t>
          </a:r>
        </a:p>
      </dgm:t>
    </dgm:pt>
    <dgm:pt modelId="{CBF38C19-D2A4-42B8-A0B0-BAA6919DE7C4}" type="parTrans" cxnId="{A6AA590F-4EFC-49B5-9F95-2A2661142BBE}">
      <dgm:prSet/>
      <dgm:spPr/>
      <dgm:t>
        <a:bodyPr/>
        <a:lstStyle/>
        <a:p>
          <a:endParaRPr lang="en-US"/>
        </a:p>
      </dgm:t>
    </dgm:pt>
    <dgm:pt modelId="{B45E4BF5-2468-47FB-BAF3-BAFBFB38BE92}" type="sibTrans" cxnId="{A6AA590F-4EFC-49B5-9F95-2A2661142BBE}">
      <dgm:prSet/>
      <dgm:spPr/>
      <dgm:t>
        <a:bodyPr/>
        <a:lstStyle/>
        <a:p>
          <a:endParaRPr lang="en-US"/>
        </a:p>
      </dgm:t>
    </dgm:pt>
    <dgm:pt modelId="{B3ECC666-B040-4DB3-8387-41E698BEE32E}" type="pres">
      <dgm:prSet presAssocID="{6EC4F383-4A32-4EC6-9668-74EF0B1897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72FE66E-74E5-4995-9C86-7ADE90AFE9AF}" type="pres">
      <dgm:prSet presAssocID="{2D75EA66-A219-4BCF-8FA7-076F9447BD6D}" presName="hierRoot1" presStyleCnt="0"/>
      <dgm:spPr/>
    </dgm:pt>
    <dgm:pt modelId="{81E047FB-80D5-400C-B8C0-F0F89E3DCEC5}" type="pres">
      <dgm:prSet presAssocID="{2D75EA66-A219-4BCF-8FA7-076F9447BD6D}" presName="composite" presStyleCnt="0"/>
      <dgm:spPr/>
    </dgm:pt>
    <dgm:pt modelId="{50DB8394-8065-489B-8A0A-833B3904CF8F}" type="pres">
      <dgm:prSet presAssocID="{2D75EA66-A219-4BCF-8FA7-076F9447BD6D}" presName="background" presStyleLbl="node0" presStyleIdx="0" presStyleCnt="6"/>
      <dgm:spPr/>
    </dgm:pt>
    <dgm:pt modelId="{44B1FFB5-6761-4140-967B-7CD52473FFC0}" type="pres">
      <dgm:prSet presAssocID="{2D75EA66-A219-4BCF-8FA7-076F9447BD6D}" presName="text" presStyleLbl="fgAcc0" presStyleIdx="0" presStyleCnt="6">
        <dgm:presLayoutVars>
          <dgm:chPref val="3"/>
        </dgm:presLayoutVars>
      </dgm:prSet>
      <dgm:spPr/>
    </dgm:pt>
    <dgm:pt modelId="{68C0ACF9-6547-437F-B3B1-CD802BDBB65C}" type="pres">
      <dgm:prSet presAssocID="{2D75EA66-A219-4BCF-8FA7-076F9447BD6D}" presName="hierChild2" presStyleCnt="0"/>
      <dgm:spPr/>
    </dgm:pt>
    <dgm:pt modelId="{A8F2C94E-086A-44AD-8BA5-3C1DF8272007}" type="pres">
      <dgm:prSet presAssocID="{CA31F3C0-04C8-44D6-9EE4-DB0562749E42}" presName="hierRoot1" presStyleCnt="0"/>
      <dgm:spPr/>
    </dgm:pt>
    <dgm:pt modelId="{534306BA-E762-43CF-83E5-D3E4D6964791}" type="pres">
      <dgm:prSet presAssocID="{CA31F3C0-04C8-44D6-9EE4-DB0562749E42}" presName="composite" presStyleCnt="0"/>
      <dgm:spPr/>
    </dgm:pt>
    <dgm:pt modelId="{71F729D4-B262-425F-9EFF-433C8C2A00ED}" type="pres">
      <dgm:prSet presAssocID="{CA31F3C0-04C8-44D6-9EE4-DB0562749E42}" presName="background" presStyleLbl="node0" presStyleIdx="1" presStyleCnt="6"/>
      <dgm:spPr/>
    </dgm:pt>
    <dgm:pt modelId="{D4CF1116-2DCE-4213-8375-0301575973A5}" type="pres">
      <dgm:prSet presAssocID="{CA31F3C0-04C8-44D6-9EE4-DB0562749E42}" presName="text" presStyleLbl="fgAcc0" presStyleIdx="1" presStyleCnt="6">
        <dgm:presLayoutVars>
          <dgm:chPref val="3"/>
        </dgm:presLayoutVars>
      </dgm:prSet>
      <dgm:spPr/>
    </dgm:pt>
    <dgm:pt modelId="{BBC5D6A2-420B-4534-99F6-C9989D5CD029}" type="pres">
      <dgm:prSet presAssocID="{CA31F3C0-04C8-44D6-9EE4-DB0562749E42}" presName="hierChild2" presStyleCnt="0"/>
      <dgm:spPr/>
    </dgm:pt>
    <dgm:pt modelId="{739D2FF2-0B03-4E80-84F4-5515D1C9396E}" type="pres">
      <dgm:prSet presAssocID="{B633B4C8-F94E-4449-8301-5D852358B5A7}" presName="hierRoot1" presStyleCnt="0"/>
      <dgm:spPr/>
    </dgm:pt>
    <dgm:pt modelId="{799B6F09-5394-447A-BB34-801216C8DC17}" type="pres">
      <dgm:prSet presAssocID="{B633B4C8-F94E-4449-8301-5D852358B5A7}" presName="composite" presStyleCnt="0"/>
      <dgm:spPr/>
    </dgm:pt>
    <dgm:pt modelId="{C01D6B0A-6007-4CBF-A9A9-466B83FED2B4}" type="pres">
      <dgm:prSet presAssocID="{B633B4C8-F94E-4449-8301-5D852358B5A7}" presName="background" presStyleLbl="node0" presStyleIdx="2" presStyleCnt="6"/>
      <dgm:spPr/>
    </dgm:pt>
    <dgm:pt modelId="{501FCC5A-92E0-4D89-B5A5-05013D16066C}" type="pres">
      <dgm:prSet presAssocID="{B633B4C8-F94E-4449-8301-5D852358B5A7}" presName="text" presStyleLbl="fgAcc0" presStyleIdx="2" presStyleCnt="6">
        <dgm:presLayoutVars>
          <dgm:chPref val="3"/>
        </dgm:presLayoutVars>
      </dgm:prSet>
      <dgm:spPr/>
    </dgm:pt>
    <dgm:pt modelId="{9CEBE2EF-2E98-44B6-92A8-69972B6EC8A7}" type="pres">
      <dgm:prSet presAssocID="{B633B4C8-F94E-4449-8301-5D852358B5A7}" presName="hierChild2" presStyleCnt="0"/>
      <dgm:spPr/>
    </dgm:pt>
    <dgm:pt modelId="{FA49194F-8213-4563-9DAE-0FF92943C51B}" type="pres">
      <dgm:prSet presAssocID="{4637E81C-ED3B-4304-8191-E579C01DBB8F}" presName="hierRoot1" presStyleCnt="0"/>
      <dgm:spPr/>
    </dgm:pt>
    <dgm:pt modelId="{8B9D5B67-A176-41B4-B5A6-38383F373068}" type="pres">
      <dgm:prSet presAssocID="{4637E81C-ED3B-4304-8191-E579C01DBB8F}" presName="composite" presStyleCnt="0"/>
      <dgm:spPr/>
    </dgm:pt>
    <dgm:pt modelId="{13394B8B-177A-4C1F-9F76-3767F2D0D54C}" type="pres">
      <dgm:prSet presAssocID="{4637E81C-ED3B-4304-8191-E579C01DBB8F}" presName="background" presStyleLbl="node0" presStyleIdx="3" presStyleCnt="6"/>
      <dgm:spPr/>
    </dgm:pt>
    <dgm:pt modelId="{0655F9EA-0E1A-4BED-87B4-F069D9204B49}" type="pres">
      <dgm:prSet presAssocID="{4637E81C-ED3B-4304-8191-E579C01DBB8F}" presName="text" presStyleLbl="fgAcc0" presStyleIdx="3" presStyleCnt="6">
        <dgm:presLayoutVars>
          <dgm:chPref val="3"/>
        </dgm:presLayoutVars>
      </dgm:prSet>
      <dgm:spPr/>
    </dgm:pt>
    <dgm:pt modelId="{6EC64966-0E46-4EE0-A934-D1CC94C6C1EF}" type="pres">
      <dgm:prSet presAssocID="{4637E81C-ED3B-4304-8191-E579C01DBB8F}" presName="hierChild2" presStyleCnt="0"/>
      <dgm:spPr/>
    </dgm:pt>
    <dgm:pt modelId="{1A63627C-DA48-43FF-BB80-30169C30EB70}" type="pres">
      <dgm:prSet presAssocID="{88C26D5D-D467-432D-9526-566E6970B612}" presName="hierRoot1" presStyleCnt="0"/>
      <dgm:spPr/>
    </dgm:pt>
    <dgm:pt modelId="{D364DD4E-6DB8-4B07-9E75-79B8DDB1F902}" type="pres">
      <dgm:prSet presAssocID="{88C26D5D-D467-432D-9526-566E6970B612}" presName="composite" presStyleCnt="0"/>
      <dgm:spPr/>
    </dgm:pt>
    <dgm:pt modelId="{804C108B-B945-4E1A-8AEA-73714D5F4915}" type="pres">
      <dgm:prSet presAssocID="{88C26D5D-D467-432D-9526-566E6970B612}" presName="background" presStyleLbl="node0" presStyleIdx="4" presStyleCnt="6"/>
      <dgm:spPr/>
    </dgm:pt>
    <dgm:pt modelId="{FCD8730F-3023-4D43-B349-3B661BE15569}" type="pres">
      <dgm:prSet presAssocID="{88C26D5D-D467-432D-9526-566E6970B612}" presName="text" presStyleLbl="fgAcc0" presStyleIdx="4" presStyleCnt="6">
        <dgm:presLayoutVars>
          <dgm:chPref val="3"/>
        </dgm:presLayoutVars>
      </dgm:prSet>
      <dgm:spPr/>
    </dgm:pt>
    <dgm:pt modelId="{8803C3BF-3D22-49E2-98A5-5A5900BC9C43}" type="pres">
      <dgm:prSet presAssocID="{88C26D5D-D467-432D-9526-566E6970B612}" presName="hierChild2" presStyleCnt="0"/>
      <dgm:spPr/>
    </dgm:pt>
    <dgm:pt modelId="{F06BB00C-D334-4CE2-BB14-C26960872CDD}" type="pres">
      <dgm:prSet presAssocID="{E465ECD6-B74F-4B1E-A2A8-7655AB9E9084}" presName="hierRoot1" presStyleCnt="0"/>
      <dgm:spPr/>
    </dgm:pt>
    <dgm:pt modelId="{F5A86D50-0AC6-4921-A10A-F8FE2E0CD004}" type="pres">
      <dgm:prSet presAssocID="{E465ECD6-B74F-4B1E-A2A8-7655AB9E9084}" presName="composite" presStyleCnt="0"/>
      <dgm:spPr/>
    </dgm:pt>
    <dgm:pt modelId="{D99BC8C5-854F-4C0B-85C1-A3901E2E5B25}" type="pres">
      <dgm:prSet presAssocID="{E465ECD6-B74F-4B1E-A2A8-7655AB9E9084}" presName="background" presStyleLbl="node0" presStyleIdx="5" presStyleCnt="6"/>
      <dgm:spPr/>
    </dgm:pt>
    <dgm:pt modelId="{A8F539BD-AB3F-4A3A-8A3A-2118FFBBC116}" type="pres">
      <dgm:prSet presAssocID="{E465ECD6-B74F-4B1E-A2A8-7655AB9E9084}" presName="text" presStyleLbl="fgAcc0" presStyleIdx="5" presStyleCnt="6">
        <dgm:presLayoutVars>
          <dgm:chPref val="3"/>
        </dgm:presLayoutVars>
      </dgm:prSet>
      <dgm:spPr/>
    </dgm:pt>
    <dgm:pt modelId="{1276546A-9770-4493-A551-51FCC71F3392}" type="pres">
      <dgm:prSet presAssocID="{E465ECD6-B74F-4B1E-A2A8-7655AB9E9084}" presName="hierChild2" presStyleCnt="0"/>
      <dgm:spPr/>
    </dgm:pt>
  </dgm:ptLst>
  <dgm:cxnLst>
    <dgm:cxn modelId="{A6AA590F-4EFC-49B5-9F95-2A2661142BBE}" srcId="{6EC4F383-4A32-4EC6-9668-74EF0B18975B}" destId="{E465ECD6-B74F-4B1E-A2A8-7655AB9E9084}" srcOrd="5" destOrd="0" parTransId="{CBF38C19-D2A4-42B8-A0B0-BAA6919DE7C4}" sibTransId="{B45E4BF5-2468-47FB-BAF3-BAFBFB38BE92}"/>
    <dgm:cxn modelId="{4FC6D318-FFA2-41FB-B77A-B4DF09F1BC32}" type="presOf" srcId="{CA31F3C0-04C8-44D6-9EE4-DB0562749E42}" destId="{D4CF1116-2DCE-4213-8375-0301575973A5}" srcOrd="0" destOrd="0" presId="urn:microsoft.com/office/officeart/2005/8/layout/hierarchy1"/>
    <dgm:cxn modelId="{59E90621-665D-4483-9BA2-5CCAE2AF170B}" type="presOf" srcId="{88C26D5D-D467-432D-9526-566E6970B612}" destId="{FCD8730F-3023-4D43-B349-3B661BE15569}" srcOrd="0" destOrd="0" presId="urn:microsoft.com/office/officeart/2005/8/layout/hierarchy1"/>
    <dgm:cxn modelId="{E1D21D5B-646A-4ED8-A1A0-58CE5C226262}" type="presOf" srcId="{B633B4C8-F94E-4449-8301-5D852358B5A7}" destId="{501FCC5A-92E0-4D89-B5A5-05013D16066C}" srcOrd="0" destOrd="0" presId="urn:microsoft.com/office/officeart/2005/8/layout/hierarchy1"/>
    <dgm:cxn modelId="{0D5F385B-99C3-42CF-B1A6-22439B47D02B}" type="presOf" srcId="{6EC4F383-4A32-4EC6-9668-74EF0B18975B}" destId="{B3ECC666-B040-4DB3-8387-41E698BEE32E}" srcOrd="0" destOrd="0" presId="urn:microsoft.com/office/officeart/2005/8/layout/hierarchy1"/>
    <dgm:cxn modelId="{C376DA60-8EBE-4C07-A791-8E855FF97B8E}" type="presOf" srcId="{2D75EA66-A219-4BCF-8FA7-076F9447BD6D}" destId="{44B1FFB5-6761-4140-967B-7CD52473FFC0}" srcOrd="0" destOrd="0" presId="urn:microsoft.com/office/officeart/2005/8/layout/hierarchy1"/>
    <dgm:cxn modelId="{CDFADD69-6BF1-4699-8DFE-0A861BA65D16}" type="presOf" srcId="{E465ECD6-B74F-4B1E-A2A8-7655AB9E9084}" destId="{A8F539BD-AB3F-4A3A-8A3A-2118FFBBC116}" srcOrd="0" destOrd="0" presId="urn:microsoft.com/office/officeart/2005/8/layout/hierarchy1"/>
    <dgm:cxn modelId="{C0934976-6FE4-475B-BFF6-EECC25D2C87E}" srcId="{6EC4F383-4A32-4EC6-9668-74EF0B18975B}" destId="{88C26D5D-D467-432D-9526-566E6970B612}" srcOrd="4" destOrd="0" parTransId="{84C004D5-8695-4693-9070-DB96474C5E75}" sibTransId="{1A5A4C28-B6F6-4C64-BF5F-6AF83F6E218B}"/>
    <dgm:cxn modelId="{384F0978-B4A1-4759-ACC1-94474B1863AA}" type="presOf" srcId="{4637E81C-ED3B-4304-8191-E579C01DBB8F}" destId="{0655F9EA-0E1A-4BED-87B4-F069D9204B49}" srcOrd="0" destOrd="0" presId="urn:microsoft.com/office/officeart/2005/8/layout/hierarchy1"/>
    <dgm:cxn modelId="{AD604F88-3A19-4217-B792-026124E02FC4}" srcId="{6EC4F383-4A32-4EC6-9668-74EF0B18975B}" destId="{CA31F3C0-04C8-44D6-9EE4-DB0562749E42}" srcOrd="1" destOrd="0" parTransId="{C3748032-2B48-467C-9677-85B5386F314B}" sibTransId="{2F6CEEC1-C8C2-4ECC-887D-57EB9BBF5511}"/>
    <dgm:cxn modelId="{E6C804A5-6A20-4A89-89D8-159B166E6293}" srcId="{6EC4F383-4A32-4EC6-9668-74EF0B18975B}" destId="{B633B4C8-F94E-4449-8301-5D852358B5A7}" srcOrd="2" destOrd="0" parTransId="{CC918D66-BCBC-4DE0-8157-B3CDEF27E303}" sibTransId="{A2F5A020-D4DB-47FB-9735-DDE582BCD14D}"/>
    <dgm:cxn modelId="{13F0F4A6-FBCF-4A74-AB80-11AA8CB9C4B2}" srcId="{6EC4F383-4A32-4EC6-9668-74EF0B18975B}" destId="{4637E81C-ED3B-4304-8191-E579C01DBB8F}" srcOrd="3" destOrd="0" parTransId="{D8342A39-1708-4F97-9A40-C1F00232B31D}" sibTransId="{8864877B-C5A0-4B5D-9D4C-DE522F19D4FF}"/>
    <dgm:cxn modelId="{1EA600D8-EDCB-4CD6-8A22-026ADC2AD31A}" srcId="{6EC4F383-4A32-4EC6-9668-74EF0B18975B}" destId="{2D75EA66-A219-4BCF-8FA7-076F9447BD6D}" srcOrd="0" destOrd="0" parTransId="{8B837760-7D8C-4FED-A038-99F9B0700676}" sibTransId="{09B8B4F4-78D5-47C6-BCE4-52EE81C7F33B}"/>
    <dgm:cxn modelId="{821C977F-7245-4CBD-9782-A25138058D2F}" type="presParOf" srcId="{B3ECC666-B040-4DB3-8387-41E698BEE32E}" destId="{C72FE66E-74E5-4995-9C86-7ADE90AFE9AF}" srcOrd="0" destOrd="0" presId="urn:microsoft.com/office/officeart/2005/8/layout/hierarchy1"/>
    <dgm:cxn modelId="{87CE8416-35B8-4AA9-8243-DF0379DAD6A1}" type="presParOf" srcId="{C72FE66E-74E5-4995-9C86-7ADE90AFE9AF}" destId="{81E047FB-80D5-400C-B8C0-F0F89E3DCEC5}" srcOrd="0" destOrd="0" presId="urn:microsoft.com/office/officeart/2005/8/layout/hierarchy1"/>
    <dgm:cxn modelId="{39A1C55D-378E-47ED-8A59-2307A8F2C685}" type="presParOf" srcId="{81E047FB-80D5-400C-B8C0-F0F89E3DCEC5}" destId="{50DB8394-8065-489B-8A0A-833B3904CF8F}" srcOrd="0" destOrd="0" presId="urn:microsoft.com/office/officeart/2005/8/layout/hierarchy1"/>
    <dgm:cxn modelId="{89C2E235-70DE-43A5-903E-E2FC7A2961D9}" type="presParOf" srcId="{81E047FB-80D5-400C-B8C0-F0F89E3DCEC5}" destId="{44B1FFB5-6761-4140-967B-7CD52473FFC0}" srcOrd="1" destOrd="0" presId="urn:microsoft.com/office/officeart/2005/8/layout/hierarchy1"/>
    <dgm:cxn modelId="{8DACF2D5-9F1F-4BAD-9273-FBF70257E9D4}" type="presParOf" srcId="{C72FE66E-74E5-4995-9C86-7ADE90AFE9AF}" destId="{68C0ACF9-6547-437F-B3B1-CD802BDBB65C}" srcOrd="1" destOrd="0" presId="urn:microsoft.com/office/officeart/2005/8/layout/hierarchy1"/>
    <dgm:cxn modelId="{CE7C52C4-454F-49E2-8A81-CAEC46858605}" type="presParOf" srcId="{B3ECC666-B040-4DB3-8387-41E698BEE32E}" destId="{A8F2C94E-086A-44AD-8BA5-3C1DF8272007}" srcOrd="1" destOrd="0" presId="urn:microsoft.com/office/officeart/2005/8/layout/hierarchy1"/>
    <dgm:cxn modelId="{B0A9B52E-51F2-42BA-A35F-13746635BC16}" type="presParOf" srcId="{A8F2C94E-086A-44AD-8BA5-3C1DF8272007}" destId="{534306BA-E762-43CF-83E5-D3E4D6964791}" srcOrd="0" destOrd="0" presId="urn:microsoft.com/office/officeart/2005/8/layout/hierarchy1"/>
    <dgm:cxn modelId="{7D5A4D2C-6B7A-466C-993E-F778BE75C472}" type="presParOf" srcId="{534306BA-E762-43CF-83E5-D3E4D6964791}" destId="{71F729D4-B262-425F-9EFF-433C8C2A00ED}" srcOrd="0" destOrd="0" presId="urn:microsoft.com/office/officeart/2005/8/layout/hierarchy1"/>
    <dgm:cxn modelId="{D896F96F-1285-4C0F-B74E-54E121FC9823}" type="presParOf" srcId="{534306BA-E762-43CF-83E5-D3E4D6964791}" destId="{D4CF1116-2DCE-4213-8375-0301575973A5}" srcOrd="1" destOrd="0" presId="urn:microsoft.com/office/officeart/2005/8/layout/hierarchy1"/>
    <dgm:cxn modelId="{0BE6CBFC-336C-4964-A6DD-CDC97FF3B4FA}" type="presParOf" srcId="{A8F2C94E-086A-44AD-8BA5-3C1DF8272007}" destId="{BBC5D6A2-420B-4534-99F6-C9989D5CD029}" srcOrd="1" destOrd="0" presId="urn:microsoft.com/office/officeart/2005/8/layout/hierarchy1"/>
    <dgm:cxn modelId="{3D0CA3B8-4F24-48D4-AD55-0F5660B8AE12}" type="presParOf" srcId="{B3ECC666-B040-4DB3-8387-41E698BEE32E}" destId="{739D2FF2-0B03-4E80-84F4-5515D1C9396E}" srcOrd="2" destOrd="0" presId="urn:microsoft.com/office/officeart/2005/8/layout/hierarchy1"/>
    <dgm:cxn modelId="{DB09FA8A-17A4-458F-A853-D02B660662D4}" type="presParOf" srcId="{739D2FF2-0B03-4E80-84F4-5515D1C9396E}" destId="{799B6F09-5394-447A-BB34-801216C8DC17}" srcOrd="0" destOrd="0" presId="urn:microsoft.com/office/officeart/2005/8/layout/hierarchy1"/>
    <dgm:cxn modelId="{004B9E36-F870-4E16-BCDA-48F6736471C0}" type="presParOf" srcId="{799B6F09-5394-447A-BB34-801216C8DC17}" destId="{C01D6B0A-6007-4CBF-A9A9-466B83FED2B4}" srcOrd="0" destOrd="0" presId="urn:microsoft.com/office/officeart/2005/8/layout/hierarchy1"/>
    <dgm:cxn modelId="{04924990-129E-4383-9F40-40E30CD75772}" type="presParOf" srcId="{799B6F09-5394-447A-BB34-801216C8DC17}" destId="{501FCC5A-92E0-4D89-B5A5-05013D16066C}" srcOrd="1" destOrd="0" presId="urn:microsoft.com/office/officeart/2005/8/layout/hierarchy1"/>
    <dgm:cxn modelId="{AF24EF0F-7B7E-4870-892E-F59273CED674}" type="presParOf" srcId="{739D2FF2-0B03-4E80-84F4-5515D1C9396E}" destId="{9CEBE2EF-2E98-44B6-92A8-69972B6EC8A7}" srcOrd="1" destOrd="0" presId="urn:microsoft.com/office/officeart/2005/8/layout/hierarchy1"/>
    <dgm:cxn modelId="{A3DB2972-B131-4F37-AC02-86E067CAD0D0}" type="presParOf" srcId="{B3ECC666-B040-4DB3-8387-41E698BEE32E}" destId="{FA49194F-8213-4563-9DAE-0FF92943C51B}" srcOrd="3" destOrd="0" presId="urn:microsoft.com/office/officeart/2005/8/layout/hierarchy1"/>
    <dgm:cxn modelId="{878B08C0-0D01-4D47-9C1D-98862A66F107}" type="presParOf" srcId="{FA49194F-8213-4563-9DAE-0FF92943C51B}" destId="{8B9D5B67-A176-41B4-B5A6-38383F373068}" srcOrd="0" destOrd="0" presId="urn:microsoft.com/office/officeart/2005/8/layout/hierarchy1"/>
    <dgm:cxn modelId="{832CB018-E54A-4D8A-9B00-6234BB0222B7}" type="presParOf" srcId="{8B9D5B67-A176-41B4-B5A6-38383F373068}" destId="{13394B8B-177A-4C1F-9F76-3767F2D0D54C}" srcOrd="0" destOrd="0" presId="urn:microsoft.com/office/officeart/2005/8/layout/hierarchy1"/>
    <dgm:cxn modelId="{BC006915-3AF4-472F-A8F3-7A0D47A2AF41}" type="presParOf" srcId="{8B9D5B67-A176-41B4-B5A6-38383F373068}" destId="{0655F9EA-0E1A-4BED-87B4-F069D9204B49}" srcOrd="1" destOrd="0" presId="urn:microsoft.com/office/officeart/2005/8/layout/hierarchy1"/>
    <dgm:cxn modelId="{40989657-A648-4DF9-BA56-552BDC39289C}" type="presParOf" srcId="{FA49194F-8213-4563-9DAE-0FF92943C51B}" destId="{6EC64966-0E46-4EE0-A934-D1CC94C6C1EF}" srcOrd="1" destOrd="0" presId="urn:microsoft.com/office/officeart/2005/8/layout/hierarchy1"/>
    <dgm:cxn modelId="{569FBAB3-17F2-4948-928B-915777DA7541}" type="presParOf" srcId="{B3ECC666-B040-4DB3-8387-41E698BEE32E}" destId="{1A63627C-DA48-43FF-BB80-30169C30EB70}" srcOrd="4" destOrd="0" presId="urn:microsoft.com/office/officeart/2005/8/layout/hierarchy1"/>
    <dgm:cxn modelId="{08E732D6-D75C-403B-AF6C-F17654CC9605}" type="presParOf" srcId="{1A63627C-DA48-43FF-BB80-30169C30EB70}" destId="{D364DD4E-6DB8-4B07-9E75-79B8DDB1F902}" srcOrd="0" destOrd="0" presId="urn:microsoft.com/office/officeart/2005/8/layout/hierarchy1"/>
    <dgm:cxn modelId="{1D46ADB0-835E-4D4C-A0D3-41DF808B2788}" type="presParOf" srcId="{D364DD4E-6DB8-4B07-9E75-79B8DDB1F902}" destId="{804C108B-B945-4E1A-8AEA-73714D5F4915}" srcOrd="0" destOrd="0" presId="urn:microsoft.com/office/officeart/2005/8/layout/hierarchy1"/>
    <dgm:cxn modelId="{3CE3381A-ADF9-450C-91FE-8A09889E30FF}" type="presParOf" srcId="{D364DD4E-6DB8-4B07-9E75-79B8DDB1F902}" destId="{FCD8730F-3023-4D43-B349-3B661BE15569}" srcOrd="1" destOrd="0" presId="urn:microsoft.com/office/officeart/2005/8/layout/hierarchy1"/>
    <dgm:cxn modelId="{DA6F08E4-F633-4212-8C04-459BA902D8EB}" type="presParOf" srcId="{1A63627C-DA48-43FF-BB80-30169C30EB70}" destId="{8803C3BF-3D22-49E2-98A5-5A5900BC9C43}" srcOrd="1" destOrd="0" presId="urn:microsoft.com/office/officeart/2005/8/layout/hierarchy1"/>
    <dgm:cxn modelId="{237F35BD-C765-433E-B388-DF4FFECD2BDB}" type="presParOf" srcId="{B3ECC666-B040-4DB3-8387-41E698BEE32E}" destId="{F06BB00C-D334-4CE2-BB14-C26960872CDD}" srcOrd="5" destOrd="0" presId="urn:microsoft.com/office/officeart/2005/8/layout/hierarchy1"/>
    <dgm:cxn modelId="{D786D82B-BCE7-4F29-9E6D-ACD88DC354AC}" type="presParOf" srcId="{F06BB00C-D334-4CE2-BB14-C26960872CDD}" destId="{F5A86D50-0AC6-4921-A10A-F8FE2E0CD004}" srcOrd="0" destOrd="0" presId="urn:microsoft.com/office/officeart/2005/8/layout/hierarchy1"/>
    <dgm:cxn modelId="{D43357EB-CEEF-4931-BB76-6C672E68625C}" type="presParOf" srcId="{F5A86D50-0AC6-4921-A10A-F8FE2E0CD004}" destId="{D99BC8C5-854F-4C0B-85C1-A3901E2E5B25}" srcOrd="0" destOrd="0" presId="urn:microsoft.com/office/officeart/2005/8/layout/hierarchy1"/>
    <dgm:cxn modelId="{50E55288-2508-4D7F-9ECF-DE8D3311C7D1}" type="presParOf" srcId="{F5A86D50-0AC6-4921-A10A-F8FE2E0CD004}" destId="{A8F539BD-AB3F-4A3A-8A3A-2118FFBBC116}" srcOrd="1" destOrd="0" presId="urn:microsoft.com/office/officeart/2005/8/layout/hierarchy1"/>
    <dgm:cxn modelId="{ED63BF6A-76DD-43B6-84CA-0B6C2C8B3C9C}" type="presParOf" srcId="{F06BB00C-D334-4CE2-BB14-C26960872CDD}" destId="{1276546A-9770-4493-A551-51FCC71F33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EC4F383-4A32-4EC6-9668-74EF0B18975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75EA66-A219-4BCF-8FA7-076F9447BD6D}">
      <dgm:prSet/>
      <dgm:spPr/>
      <dgm:t>
        <a:bodyPr/>
        <a:lstStyle/>
        <a:p>
          <a:r>
            <a:rPr lang="en-US" dirty="0"/>
            <a:t>Background</a:t>
          </a:r>
        </a:p>
      </dgm:t>
    </dgm:pt>
    <dgm:pt modelId="{8B837760-7D8C-4FED-A038-99F9B0700676}" type="parTrans" cxnId="{1EA600D8-EDCB-4CD6-8A22-026ADC2AD31A}">
      <dgm:prSet/>
      <dgm:spPr/>
      <dgm:t>
        <a:bodyPr/>
        <a:lstStyle/>
        <a:p>
          <a:endParaRPr lang="en-US"/>
        </a:p>
      </dgm:t>
    </dgm:pt>
    <dgm:pt modelId="{09B8B4F4-78D5-47C6-BCE4-52EE81C7F33B}" type="sibTrans" cxnId="{1EA600D8-EDCB-4CD6-8A22-026ADC2AD31A}">
      <dgm:prSet/>
      <dgm:spPr/>
      <dgm:t>
        <a:bodyPr/>
        <a:lstStyle/>
        <a:p>
          <a:endParaRPr lang="en-US"/>
        </a:p>
      </dgm:t>
    </dgm:pt>
    <dgm:pt modelId="{CA31F3C0-04C8-44D6-9EE4-DB0562749E42}">
      <dgm:prSet/>
      <dgm:spPr/>
      <dgm:t>
        <a:bodyPr/>
        <a:lstStyle/>
        <a:p>
          <a:r>
            <a:rPr lang="en-US"/>
            <a:t>Data Details</a:t>
          </a:r>
        </a:p>
      </dgm:t>
    </dgm:pt>
    <dgm:pt modelId="{C3748032-2B48-467C-9677-85B5386F314B}" type="parTrans" cxnId="{AD604F88-3A19-4217-B792-026124E02FC4}">
      <dgm:prSet/>
      <dgm:spPr/>
      <dgm:t>
        <a:bodyPr/>
        <a:lstStyle/>
        <a:p>
          <a:endParaRPr lang="en-US"/>
        </a:p>
      </dgm:t>
    </dgm:pt>
    <dgm:pt modelId="{2F6CEEC1-C8C2-4ECC-887D-57EB9BBF5511}" type="sibTrans" cxnId="{AD604F88-3A19-4217-B792-026124E02FC4}">
      <dgm:prSet/>
      <dgm:spPr/>
      <dgm:t>
        <a:bodyPr/>
        <a:lstStyle/>
        <a:p>
          <a:endParaRPr lang="en-US"/>
        </a:p>
      </dgm:t>
    </dgm:pt>
    <dgm:pt modelId="{B633B4C8-F94E-4449-8301-5D852358B5A7}">
      <dgm:prSet/>
      <dgm:spPr/>
      <dgm:t>
        <a:bodyPr/>
        <a:lstStyle/>
        <a:p>
          <a:r>
            <a:rPr lang="en-US"/>
            <a:t>Model Details</a:t>
          </a:r>
        </a:p>
      </dgm:t>
    </dgm:pt>
    <dgm:pt modelId="{CC918D66-BCBC-4DE0-8157-B3CDEF27E303}" type="parTrans" cxnId="{E6C804A5-6A20-4A89-89D8-159B166E6293}">
      <dgm:prSet/>
      <dgm:spPr/>
      <dgm:t>
        <a:bodyPr/>
        <a:lstStyle/>
        <a:p>
          <a:endParaRPr lang="en-US"/>
        </a:p>
      </dgm:t>
    </dgm:pt>
    <dgm:pt modelId="{A2F5A020-D4DB-47FB-9735-DDE582BCD14D}" type="sibTrans" cxnId="{E6C804A5-6A20-4A89-89D8-159B166E6293}">
      <dgm:prSet/>
      <dgm:spPr/>
      <dgm:t>
        <a:bodyPr/>
        <a:lstStyle/>
        <a:p>
          <a:endParaRPr lang="en-US"/>
        </a:p>
      </dgm:t>
    </dgm:pt>
    <dgm:pt modelId="{4637E81C-ED3B-4304-8191-E579C01DBB8F}">
      <dgm:prSet/>
      <dgm:spPr/>
      <dgm:t>
        <a:bodyPr/>
        <a:lstStyle/>
        <a:p>
          <a:r>
            <a:rPr lang="en-US" b="1" dirty="0"/>
            <a:t>Performance</a:t>
          </a:r>
        </a:p>
      </dgm:t>
    </dgm:pt>
    <dgm:pt modelId="{D8342A39-1708-4F97-9A40-C1F00232B31D}" type="parTrans" cxnId="{13F0F4A6-FBCF-4A74-AB80-11AA8CB9C4B2}">
      <dgm:prSet/>
      <dgm:spPr/>
      <dgm:t>
        <a:bodyPr/>
        <a:lstStyle/>
        <a:p>
          <a:endParaRPr lang="en-US"/>
        </a:p>
      </dgm:t>
    </dgm:pt>
    <dgm:pt modelId="{8864877B-C5A0-4B5D-9D4C-DE522F19D4FF}" type="sibTrans" cxnId="{13F0F4A6-FBCF-4A74-AB80-11AA8CB9C4B2}">
      <dgm:prSet/>
      <dgm:spPr/>
      <dgm:t>
        <a:bodyPr/>
        <a:lstStyle/>
        <a:p>
          <a:endParaRPr lang="en-US"/>
        </a:p>
      </dgm:t>
    </dgm:pt>
    <dgm:pt modelId="{88C26D5D-D467-432D-9526-566E6970B612}">
      <dgm:prSet/>
      <dgm:spPr/>
      <dgm:t>
        <a:bodyPr/>
        <a:lstStyle/>
        <a:p>
          <a:r>
            <a:rPr lang="en-US"/>
            <a:t>Limitations</a:t>
          </a:r>
        </a:p>
      </dgm:t>
    </dgm:pt>
    <dgm:pt modelId="{84C004D5-8695-4693-9070-DB96474C5E75}" type="parTrans" cxnId="{C0934976-6FE4-475B-BFF6-EECC25D2C87E}">
      <dgm:prSet/>
      <dgm:spPr/>
      <dgm:t>
        <a:bodyPr/>
        <a:lstStyle/>
        <a:p>
          <a:endParaRPr lang="en-US"/>
        </a:p>
      </dgm:t>
    </dgm:pt>
    <dgm:pt modelId="{1A5A4C28-B6F6-4C64-BF5F-6AF83F6E218B}" type="sibTrans" cxnId="{C0934976-6FE4-475B-BFF6-EECC25D2C87E}">
      <dgm:prSet/>
      <dgm:spPr/>
      <dgm:t>
        <a:bodyPr/>
        <a:lstStyle/>
        <a:p>
          <a:endParaRPr lang="en-US"/>
        </a:p>
      </dgm:t>
    </dgm:pt>
    <dgm:pt modelId="{E465ECD6-B74F-4B1E-A2A8-7655AB9E9084}">
      <dgm:prSet/>
      <dgm:spPr/>
      <dgm:t>
        <a:bodyPr/>
        <a:lstStyle/>
        <a:p>
          <a:r>
            <a:rPr lang="en-US"/>
            <a:t>Discussion</a:t>
          </a:r>
        </a:p>
      </dgm:t>
    </dgm:pt>
    <dgm:pt modelId="{CBF38C19-D2A4-42B8-A0B0-BAA6919DE7C4}" type="parTrans" cxnId="{A6AA590F-4EFC-49B5-9F95-2A2661142BBE}">
      <dgm:prSet/>
      <dgm:spPr/>
      <dgm:t>
        <a:bodyPr/>
        <a:lstStyle/>
        <a:p>
          <a:endParaRPr lang="en-US"/>
        </a:p>
      </dgm:t>
    </dgm:pt>
    <dgm:pt modelId="{B45E4BF5-2468-47FB-BAF3-BAFBFB38BE92}" type="sibTrans" cxnId="{A6AA590F-4EFC-49B5-9F95-2A2661142BBE}">
      <dgm:prSet/>
      <dgm:spPr/>
      <dgm:t>
        <a:bodyPr/>
        <a:lstStyle/>
        <a:p>
          <a:endParaRPr lang="en-US"/>
        </a:p>
      </dgm:t>
    </dgm:pt>
    <dgm:pt modelId="{B3ECC666-B040-4DB3-8387-41E698BEE32E}" type="pres">
      <dgm:prSet presAssocID="{6EC4F383-4A32-4EC6-9668-74EF0B1897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72FE66E-74E5-4995-9C86-7ADE90AFE9AF}" type="pres">
      <dgm:prSet presAssocID="{2D75EA66-A219-4BCF-8FA7-076F9447BD6D}" presName="hierRoot1" presStyleCnt="0"/>
      <dgm:spPr/>
    </dgm:pt>
    <dgm:pt modelId="{81E047FB-80D5-400C-B8C0-F0F89E3DCEC5}" type="pres">
      <dgm:prSet presAssocID="{2D75EA66-A219-4BCF-8FA7-076F9447BD6D}" presName="composite" presStyleCnt="0"/>
      <dgm:spPr/>
    </dgm:pt>
    <dgm:pt modelId="{50DB8394-8065-489B-8A0A-833B3904CF8F}" type="pres">
      <dgm:prSet presAssocID="{2D75EA66-A219-4BCF-8FA7-076F9447BD6D}" presName="background" presStyleLbl="node0" presStyleIdx="0" presStyleCnt="6"/>
      <dgm:spPr/>
    </dgm:pt>
    <dgm:pt modelId="{44B1FFB5-6761-4140-967B-7CD52473FFC0}" type="pres">
      <dgm:prSet presAssocID="{2D75EA66-A219-4BCF-8FA7-076F9447BD6D}" presName="text" presStyleLbl="fgAcc0" presStyleIdx="0" presStyleCnt="6">
        <dgm:presLayoutVars>
          <dgm:chPref val="3"/>
        </dgm:presLayoutVars>
      </dgm:prSet>
      <dgm:spPr/>
    </dgm:pt>
    <dgm:pt modelId="{68C0ACF9-6547-437F-B3B1-CD802BDBB65C}" type="pres">
      <dgm:prSet presAssocID="{2D75EA66-A219-4BCF-8FA7-076F9447BD6D}" presName="hierChild2" presStyleCnt="0"/>
      <dgm:spPr/>
    </dgm:pt>
    <dgm:pt modelId="{A8F2C94E-086A-44AD-8BA5-3C1DF8272007}" type="pres">
      <dgm:prSet presAssocID="{CA31F3C0-04C8-44D6-9EE4-DB0562749E42}" presName="hierRoot1" presStyleCnt="0"/>
      <dgm:spPr/>
    </dgm:pt>
    <dgm:pt modelId="{534306BA-E762-43CF-83E5-D3E4D6964791}" type="pres">
      <dgm:prSet presAssocID="{CA31F3C0-04C8-44D6-9EE4-DB0562749E42}" presName="composite" presStyleCnt="0"/>
      <dgm:spPr/>
    </dgm:pt>
    <dgm:pt modelId="{71F729D4-B262-425F-9EFF-433C8C2A00ED}" type="pres">
      <dgm:prSet presAssocID="{CA31F3C0-04C8-44D6-9EE4-DB0562749E42}" presName="background" presStyleLbl="node0" presStyleIdx="1" presStyleCnt="6"/>
      <dgm:spPr/>
    </dgm:pt>
    <dgm:pt modelId="{D4CF1116-2DCE-4213-8375-0301575973A5}" type="pres">
      <dgm:prSet presAssocID="{CA31F3C0-04C8-44D6-9EE4-DB0562749E42}" presName="text" presStyleLbl="fgAcc0" presStyleIdx="1" presStyleCnt="6">
        <dgm:presLayoutVars>
          <dgm:chPref val="3"/>
        </dgm:presLayoutVars>
      </dgm:prSet>
      <dgm:spPr/>
    </dgm:pt>
    <dgm:pt modelId="{BBC5D6A2-420B-4534-99F6-C9989D5CD029}" type="pres">
      <dgm:prSet presAssocID="{CA31F3C0-04C8-44D6-9EE4-DB0562749E42}" presName="hierChild2" presStyleCnt="0"/>
      <dgm:spPr/>
    </dgm:pt>
    <dgm:pt modelId="{739D2FF2-0B03-4E80-84F4-5515D1C9396E}" type="pres">
      <dgm:prSet presAssocID="{B633B4C8-F94E-4449-8301-5D852358B5A7}" presName="hierRoot1" presStyleCnt="0"/>
      <dgm:spPr/>
    </dgm:pt>
    <dgm:pt modelId="{799B6F09-5394-447A-BB34-801216C8DC17}" type="pres">
      <dgm:prSet presAssocID="{B633B4C8-F94E-4449-8301-5D852358B5A7}" presName="composite" presStyleCnt="0"/>
      <dgm:spPr/>
    </dgm:pt>
    <dgm:pt modelId="{C01D6B0A-6007-4CBF-A9A9-466B83FED2B4}" type="pres">
      <dgm:prSet presAssocID="{B633B4C8-F94E-4449-8301-5D852358B5A7}" presName="background" presStyleLbl="node0" presStyleIdx="2" presStyleCnt="6"/>
      <dgm:spPr/>
    </dgm:pt>
    <dgm:pt modelId="{501FCC5A-92E0-4D89-B5A5-05013D16066C}" type="pres">
      <dgm:prSet presAssocID="{B633B4C8-F94E-4449-8301-5D852358B5A7}" presName="text" presStyleLbl="fgAcc0" presStyleIdx="2" presStyleCnt="6">
        <dgm:presLayoutVars>
          <dgm:chPref val="3"/>
        </dgm:presLayoutVars>
      </dgm:prSet>
      <dgm:spPr/>
    </dgm:pt>
    <dgm:pt modelId="{9CEBE2EF-2E98-44B6-92A8-69972B6EC8A7}" type="pres">
      <dgm:prSet presAssocID="{B633B4C8-F94E-4449-8301-5D852358B5A7}" presName="hierChild2" presStyleCnt="0"/>
      <dgm:spPr/>
    </dgm:pt>
    <dgm:pt modelId="{FA49194F-8213-4563-9DAE-0FF92943C51B}" type="pres">
      <dgm:prSet presAssocID="{4637E81C-ED3B-4304-8191-E579C01DBB8F}" presName="hierRoot1" presStyleCnt="0"/>
      <dgm:spPr/>
    </dgm:pt>
    <dgm:pt modelId="{8B9D5B67-A176-41B4-B5A6-38383F373068}" type="pres">
      <dgm:prSet presAssocID="{4637E81C-ED3B-4304-8191-E579C01DBB8F}" presName="composite" presStyleCnt="0"/>
      <dgm:spPr/>
    </dgm:pt>
    <dgm:pt modelId="{13394B8B-177A-4C1F-9F76-3767F2D0D54C}" type="pres">
      <dgm:prSet presAssocID="{4637E81C-ED3B-4304-8191-E579C01DBB8F}" presName="background" presStyleLbl="node0" presStyleIdx="3" presStyleCnt="6"/>
      <dgm:spPr/>
    </dgm:pt>
    <dgm:pt modelId="{0655F9EA-0E1A-4BED-87B4-F069D9204B49}" type="pres">
      <dgm:prSet presAssocID="{4637E81C-ED3B-4304-8191-E579C01DBB8F}" presName="text" presStyleLbl="fgAcc0" presStyleIdx="3" presStyleCnt="6">
        <dgm:presLayoutVars>
          <dgm:chPref val="3"/>
        </dgm:presLayoutVars>
      </dgm:prSet>
      <dgm:spPr/>
    </dgm:pt>
    <dgm:pt modelId="{6EC64966-0E46-4EE0-A934-D1CC94C6C1EF}" type="pres">
      <dgm:prSet presAssocID="{4637E81C-ED3B-4304-8191-E579C01DBB8F}" presName="hierChild2" presStyleCnt="0"/>
      <dgm:spPr/>
    </dgm:pt>
    <dgm:pt modelId="{1A63627C-DA48-43FF-BB80-30169C30EB70}" type="pres">
      <dgm:prSet presAssocID="{88C26D5D-D467-432D-9526-566E6970B612}" presName="hierRoot1" presStyleCnt="0"/>
      <dgm:spPr/>
    </dgm:pt>
    <dgm:pt modelId="{D364DD4E-6DB8-4B07-9E75-79B8DDB1F902}" type="pres">
      <dgm:prSet presAssocID="{88C26D5D-D467-432D-9526-566E6970B612}" presName="composite" presStyleCnt="0"/>
      <dgm:spPr/>
    </dgm:pt>
    <dgm:pt modelId="{804C108B-B945-4E1A-8AEA-73714D5F4915}" type="pres">
      <dgm:prSet presAssocID="{88C26D5D-D467-432D-9526-566E6970B612}" presName="background" presStyleLbl="node0" presStyleIdx="4" presStyleCnt="6"/>
      <dgm:spPr/>
    </dgm:pt>
    <dgm:pt modelId="{FCD8730F-3023-4D43-B349-3B661BE15569}" type="pres">
      <dgm:prSet presAssocID="{88C26D5D-D467-432D-9526-566E6970B612}" presName="text" presStyleLbl="fgAcc0" presStyleIdx="4" presStyleCnt="6">
        <dgm:presLayoutVars>
          <dgm:chPref val="3"/>
        </dgm:presLayoutVars>
      </dgm:prSet>
      <dgm:spPr/>
    </dgm:pt>
    <dgm:pt modelId="{8803C3BF-3D22-49E2-98A5-5A5900BC9C43}" type="pres">
      <dgm:prSet presAssocID="{88C26D5D-D467-432D-9526-566E6970B612}" presName="hierChild2" presStyleCnt="0"/>
      <dgm:spPr/>
    </dgm:pt>
    <dgm:pt modelId="{F06BB00C-D334-4CE2-BB14-C26960872CDD}" type="pres">
      <dgm:prSet presAssocID="{E465ECD6-B74F-4B1E-A2A8-7655AB9E9084}" presName="hierRoot1" presStyleCnt="0"/>
      <dgm:spPr/>
    </dgm:pt>
    <dgm:pt modelId="{F5A86D50-0AC6-4921-A10A-F8FE2E0CD004}" type="pres">
      <dgm:prSet presAssocID="{E465ECD6-B74F-4B1E-A2A8-7655AB9E9084}" presName="composite" presStyleCnt="0"/>
      <dgm:spPr/>
    </dgm:pt>
    <dgm:pt modelId="{D99BC8C5-854F-4C0B-85C1-A3901E2E5B25}" type="pres">
      <dgm:prSet presAssocID="{E465ECD6-B74F-4B1E-A2A8-7655AB9E9084}" presName="background" presStyleLbl="node0" presStyleIdx="5" presStyleCnt="6"/>
      <dgm:spPr/>
    </dgm:pt>
    <dgm:pt modelId="{A8F539BD-AB3F-4A3A-8A3A-2118FFBBC116}" type="pres">
      <dgm:prSet presAssocID="{E465ECD6-B74F-4B1E-A2A8-7655AB9E9084}" presName="text" presStyleLbl="fgAcc0" presStyleIdx="5" presStyleCnt="6">
        <dgm:presLayoutVars>
          <dgm:chPref val="3"/>
        </dgm:presLayoutVars>
      </dgm:prSet>
      <dgm:spPr/>
    </dgm:pt>
    <dgm:pt modelId="{1276546A-9770-4493-A551-51FCC71F3392}" type="pres">
      <dgm:prSet presAssocID="{E465ECD6-B74F-4B1E-A2A8-7655AB9E9084}" presName="hierChild2" presStyleCnt="0"/>
      <dgm:spPr/>
    </dgm:pt>
  </dgm:ptLst>
  <dgm:cxnLst>
    <dgm:cxn modelId="{A6AA590F-4EFC-49B5-9F95-2A2661142BBE}" srcId="{6EC4F383-4A32-4EC6-9668-74EF0B18975B}" destId="{E465ECD6-B74F-4B1E-A2A8-7655AB9E9084}" srcOrd="5" destOrd="0" parTransId="{CBF38C19-D2A4-42B8-A0B0-BAA6919DE7C4}" sibTransId="{B45E4BF5-2468-47FB-BAF3-BAFBFB38BE92}"/>
    <dgm:cxn modelId="{4FC6D318-FFA2-41FB-B77A-B4DF09F1BC32}" type="presOf" srcId="{CA31F3C0-04C8-44D6-9EE4-DB0562749E42}" destId="{D4CF1116-2DCE-4213-8375-0301575973A5}" srcOrd="0" destOrd="0" presId="urn:microsoft.com/office/officeart/2005/8/layout/hierarchy1"/>
    <dgm:cxn modelId="{59E90621-665D-4483-9BA2-5CCAE2AF170B}" type="presOf" srcId="{88C26D5D-D467-432D-9526-566E6970B612}" destId="{FCD8730F-3023-4D43-B349-3B661BE15569}" srcOrd="0" destOrd="0" presId="urn:microsoft.com/office/officeart/2005/8/layout/hierarchy1"/>
    <dgm:cxn modelId="{E1D21D5B-646A-4ED8-A1A0-58CE5C226262}" type="presOf" srcId="{B633B4C8-F94E-4449-8301-5D852358B5A7}" destId="{501FCC5A-92E0-4D89-B5A5-05013D16066C}" srcOrd="0" destOrd="0" presId="urn:microsoft.com/office/officeart/2005/8/layout/hierarchy1"/>
    <dgm:cxn modelId="{0D5F385B-99C3-42CF-B1A6-22439B47D02B}" type="presOf" srcId="{6EC4F383-4A32-4EC6-9668-74EF0B18975B}" destId="{B3ECC666-B040-4DB3-8387-41E698BEE32E}" srcOrd="0" destOrd="0" presId="urn:microsoft.com/office/officeart/2005/8/layout/hierarchy1"/>
    <dgm:cxn modelId="{C376DA60-8EBE-4C07-A791-8E855FF97B8E}" type="presOf" srcId="{2D75EA66-A219-4BCF-8FA7-076F9447BD6D}" destId="{44B1FFB5-6761-4140-967B-7CD52473FFC0}" srcOrd="0" destOrd="0" presId="urn:microsoft.com/office/officeart/2005/8/layout/hierarchy1"/>
    <dgm:cxn modelId="{CDFADD69-6BF1-4699-8DFE-0A861BA65D16}" type="presOf" srcId="{E465ECD6-B74F-4B1E-A2A8-7655AB9E9084}" destId="{A8F539BD-AB3F-4A3A-8A3A-2118FFBBC116}" srcOrd="0" destOrd="0" presId="urn:microsoft.com/office/officeart/2005/8/layout/hierarchy1"/>
    <dgm:cxn modelId="{C0934976-6FE4-475B-BFF6-EECC25D2C87E}" srcId="{6EC4F383-4A32-4EC6-9668-74EF0B18975B}" destId="{88C26D5D-D467-432D-9526-566E6970B612}" srcOrd="4" destOrd="0" parTransId="{84C004D5-8695-4693-9070-DB96474C5E75}" sibTransId="{1A5A4C28-B6F6-4C64-BF5F-6AF83F6E218B}"/>
    <dgm:cxn modelId="{384F0978-B4A1-4759-ACC1-94474B1863AA}" type="presOf" srcId="{4637E81C-ED3B-4304-8191-E579C01DBB8F}" destId="{0655F9EA-0E1A-4BED-87B4-F069D9204B49}" srcOrd="0" destOrd="0" presId="urn:microsoft.com/office/officeart/2005/8/layout/hierarchy1"/>
    <dgm:cxn modelId="{AD604F88-3A19-4217-B792-026124E02FC4}" srcId="{6EC4F383-4A32-4EC6-9668-74EF0B18975B}" destId="{CA31F3C0-04C8-44D6-9EE4-DB0562749E42}" srcOrd="1" destOrd="0" parTransId="{C3748032-2B48-467C-9677-85B5386F314B}" sibTransId="{2F6CEEC1-C8C2-4ECC-887D-57EB9BBF5511}"/>
    <dgm:cxn modelId="{E6C804A5-6A20-4A89-89D8-159B166E6293}" srcId="{6EC4F383-4A32-4EC6-9668-74EF0B18975B}" destId="{B633B4C8-F94E-4449-8301-5D852358B5A7}" srcOrd="2" destOrd="0" parTransId="{CC918D66-BCBC-4DE0-8157-B3CDEF27E303}" sibTransId="{A2F5A020-D4DB-47FB-9735-DDE582BCD14D}"/>
    <dgm:cxn modelId="{13F0F4A6-FBCF-4A74-AB80-11AA8CB9C4B2}" srcId="{6EC4F383-4A32-4EC6-9668-74EF0B18975B}" destId="{4637E81C-ED3B-4304-8191-E579C01DBB8F}" srcOrd="3" destOrd="0" parTransId="{D8342A39-1708-4F97-9A40-C1F00232B31D}" sibTransId="{8864877B-C5A0-4B5D-9D4C-DE522F19D4FF}"/>
    <dgm:cxn modelId="{1EA600D8-EDCB-4CD6-8A22-026ADC2AD31A}" srcId="{6EC4F383-4A32-4EC6-9668-74EF0B18975B}" destId="{2D75EA66-A219-4BCF-8FA7-076F9447BD6D}" srcOrd="0" destOrd="0" parTransId="{8B837760-7D8C-4FED-A038-99F9B0700676}" sibTransId="{09B8B4F4-78D5-47C6-BCE4-52EE81C7F33B}"/>
    <dgm:cxn modelId="{821C977F-7245-4CBD-9782-A25138058D2F}" type="presParOf" srcId="{B3ECC666-B040-4DB3-8387-41E698BEE32E}" destId="{C72FE66E-74E5-4995-9C86-7ADE90AFE9AF}" srcOrd="0" destOrd="0" presId="urn:microsoft.com/office/officeart/2005/8/layout/hierarchy1"/>
    <dgm:cxn modelId="{87CE8416-35B8-4AA9-8243-DF0379DAD6A1}" type="presParOf" srcId="{C72FE66E-74E5-4995-9C86-7ADE90AFE9AF}" destId="{81E047FB-80D5-400C-B8C0-F0F89E3DCEC5}" srcOrd="0" destOrd="0" presId="urn:microsoft.com/office/officeart/2005/8/layout/hierarchy1"/>
    <dgm:cxn modelId="{39A1C55D-378E-47ED-8A59-2307A8F2C685}" type="presParOf" srcId="{81E047FB-80D5-400C-B8C0-F0F89E3DCEC5}" destId="{50DB8394-8065-489B-8A0A-833B3904CF8F}" srcOrd="0" destOrd="0" presId="urn:microsoft.com/office/officeart/2005/8/layout/hierarchy1"/>
    <dgm:cxn modelId="{89C2E235-70DE-43A5-903E-E2FC7A2961D9}" type="presParOf" srcId="{81E047FB-80D5-400C-B8C0-F0F89E3DCEC5}" destId="{44B1FFB5-6761-4140-967B-7CD52473FFC0}" srcOrd="1" destOrd="0" presId="urn:microsoft.com/office/officeart/2005/8/layout/hierarchy1"/>
    <dgm:cxn modelId="{8DACF2D5-9F1F-4BAD-9273-FBF70257E9D4}" type="presParOf" srcId="{C72FE66E-74E5-4995-9C86-7ADE90AFE9AF}" destId="{68C0ACF9-6547-437F-B3B1-CD802BDBB65C}" srcOrd="1" destOrd="0" presId="urn:microsoft.com/office/officeart/2005/8/layout/hierarchy1"/>
    <dgm:cxn modelId="{CE7C52C4-454F-49E2-8A81-CAEC46858605}" type="presParOf" srcId="{B3ECC666-B040-4DB3-8387-41E698BEE32E}" destId="{A8F2C94E-086A-44AD-8BA5-3C1DF8272007}" srcOrd="1" destOrd="0" presId="urn:microsoft.com/office/officeart/2005/8/layout/hierarchy1"/>
    <dgm:cxn modelId="{B0A9B52E-51F2-42BA-A35F-13746635BC16}" type="presParOf" srcId="{A8F2C94E-086A-44AD-8BA5-3C1DF8272007}" destId="{534306BA-E762-43CF-83E5-D3E4D6964791}" srcOrd="0" destOrd="0" presId="urn:microsoft.com/office/officeart/2005/8/layout/hierarchy1"/>
    <dgm:cxn modelId="{7D5A4D2C-6B7A-466C-993E-F778BE75C472}" type="presParOf" srcId="{534306BA-E762-43CF-83E5-D3E4D6964791}" destId="{71F729D4-B262-425F-9EFF-433C8C2A00ED}" srcOrd="0" destOrd="0" presId="urn:microsoft.com/office/officeart/2005/8/layout/hierarchy1"/>
    <dgm:cxn modelId="{D896F96F-1285-4C0F-B74E-54E121FC9823}" type="presParOf" srcId="{534306BA-E762-43CF-83E5-D3E4D6964791}" destId="{D4CF1116-2DCE-4213-8375-0301575973A5}" srcOrd="1" destOrd="0" presId="urn:microsoft.com/office/officeart/2005/8/layout/hierarchy1"/>
    <dgm:cxn modelId="{0BE6CBFC-336C-4964-A6DD-CDC97FF3B4FA}" type="presParOf" srcId="{A8F2C94E-086A-44AD-8BA5-3C1DF8272007}" destId="{BBC5D6A2-420B-4534-99F6-C9989D5CD029}" srcOrd="1" destOrd="0" presId="urn:microsoft.com/office/officeart/2005/8/layout/hierarchy1"/>
    <dgm:cxn modelId="{3D0CA3B8-4F24-48D4-AD55-0F5660B8AE12}" type="presParOf" srcId="{B3ECC666-B040-4DB3-8387-41E698BEE32E}" destId="{739D2FF2-0B03-4E80-84F4-5515D1C9396E}" srcOrd="2" destOrd="0" presId="urn:microsoft.com/office/officeart/2005/8/layout/hierarchy1"/>
    <dgm:cxn modelId="{DB09FA8A-17A4-458F-A853-D02B660662D4}" type="presParOf" srcId="{739D2FF2-0B03-4E80-84F4-5515D1C9396E}" destId="{799B6F09-5394-447A-BB34-801216C8DC17}" srcOrd="0" destOrd="0" presId="urn:microsoft.com/office/officeart/2005/8/layout/hierarchy1"/>
    <dgm:cxn modelId="{004B9E36-F870-4E16-BCDA-48F6736471C0}" type="presParOf" srcId="{799B6F09-5394-447A-BB34-801216C8DC17}" destId="{C01D6B0A-6007-4CBF-A9A9-466B83FED2B4}" srcOrd="0" destOrd="0" presId="urn:microsoft.com/office/officeart/2005/8/layout/hierarchy1"/>
    <dgm:cxn modelId="{04924990-129E-4383-9F40-40E30CD75772}" type="presParOf" srcId="{799B6F09-5394-447A-BB34-801216C8DC17}" destId="{501FCC5A-92E0-4D89-B5A5-05013D16066C}" srcOrd="1" destOrd="0" presId="urn:microsoft.com/office/officeart/2005/8/layout/hierarchy1"/>
    <dgm:cxn modelId="{AF24EF0F-7B7E-4870-892E-F59273CED674}" type="presParOf" srcId="{739D2FF2-0B03-4E80-84F4-5515D1C9396E}" destId="{9CEBE2EF-2E98-44B6-92A8-69972B6EC8A7}" srcOrd="1" destOrd="0" presId="urn:microsoft.com/office/officeart/2005/8/layout/hierarchy1"/>
    <dgm:cxn modelId="{A3DB2972-B131-4F37-AC02-86E067CAD0D0}" type="presParOf" srcId="{B3ECC666-B040-4DB3-8387-41E698BEE32E}" destId="{FA49194F-8213-4563-9DAE-0FF92943C51B}" srcOrd="3" destOrd="0" presId="urn:microsoft.com/office/officeart/2005/8/layout/hierarchy1"/>
    <dgm:cxn modelId="{878B08C0-0D01-4D47-9C1D-98862A66F107}" type="presParOf" srcId="{FA49194F-8213-4563-9DAE-0FF92943C51B}" destId="{8B9D5B67-A176-41B4-B5A6-38383F373068}" srcOrd="0" destOrd="0" presId="urn:microsoft.com/office/officeart/2005/8/layout/hierarchy1"/>
    <dgm:cxn modelId="{832CB018-E54A-4D8A-9B00-6234BB0222B7}" type="presParOf" srcId="{8B9D5B67-A176-41B4-B5A6-38383F373068}" destId="{13394B8B-177A-4C1F-9F76-3767F2D0D54C}" srcOrd="0" destOrd="0" presId="urn:microsoft.com/office/officeart/2005/8/layout/hierarchy1"/>
    <dgm:cxn modelId="{BC006915-3AF4-472F-A8F3-7A0D47A2AF41}" type="presParOf" srcId="{8B9D5B67-A176-41B4-B5A6-38383F373068}" destId="{0655F9EA-0E1A-4BED-87B4-F069D9204B49}" srcOrd="1" destOrd="0" presId="urn:microsoft.com/office/officeart/2005/8/layout/hierarchy1"/>
    <dgm:cxn modelId="{40989657-A648-4DF9-BA56-552BDC39289C}" type="presParOf" srcId="{FA49194F-8213-4563-9DAE-0FF92943C51B}" destId="{6EC64966-0E46-4EE0-A934-D1CC94C6C1EF}" srcOrd="1" destOrd="0" presId="urn:microsoft.com/office/officeart/2005/8/layout/hierarchy1"/>
    <dgm:cxn modelId="{569FBAB3-17F2-4948-928B-915777DA7541}" type="presParOf" srcId="{B3ECC666-B040-4DB3-8387-41E698BEE32E}" destId="{1A63627C-DA48-43FF-BB80-30169C30EB70}" srcOrd="4" destOrd="0" presId="urn:microsoft.com/office/officeart/2005/8/layout/hierarchy1"/>
    <dgm:cxn modelId="{08E732D6-D75C-403B-AF6C-F17654CC9605}" type="presParOf" srcId="{1A63627C-DA48-43FF-BB80-30169C30EB70}" destId="{D364DD4E-6DB8-4B07-9E75-79B8DDB1F902}" srcOrd="0" destOrd="0" presId="urn:microsoft.com/office/officeart/2005/8/layout/hierarchy1"/>
    <dgm:cxn modelId="{1D46ADB0-835E-4D4C-A0D3-41DF808B2788}" type="presParOf" srcId="{D364DD4E-6DB8-4B07-9E75-79B8DDB1F902}" destId="{804C108B-B945-4E1A-8AEA-73714D5F4915}" srcOrd="0" destOrd="0" presId="urn:microsoft.com/office/officeart/2005/8/layout/hierarchy1"/>
    <dgm:cxn modelId="{3CE3381A-ADF9-450C-91FE-8A09889E30FF}" type="presParOf" srcId="{D364DD4E-6DB8-4B07-9E75-79B8DDB1F902}" destId="{FCD8730F-3023-4D43-B349-3B661BE15569}" srcOrd="1" destOrd="0" presId="urn:microsoft.com/office/officeart/2005/8/layout/hierarchy1"/>
    <dgm:cxn modelId="{DA6F08E4-F633-4212-8C04-459BA902D8EB}" type="presParOf" srcId="{1A63627C-DA48-43FF-BB80-30169C30EB70}" destId="{8803C3BF-3D22-49E2-98A5-5A5900BC9C43}" srcOrd="1" destOrd="0" presId="urn:microsoft.com/office/officeart/2005/8/layout/hierarchy1"/>
    <dgm:cxn modelId="{237F35BD-C765-433E-B388-DF4FFECD2BDB}" type="presParOf" srcId="{B3ECC666-B040-4DB3-8387-41E698BEE32E}" destId="{F06BB00C-D334-4CE2-BB14-C26960872CDD}" srcOrd="5" destOrd="0" presId="urn:microsoft.com/office/officeart/2005/8/layout/hierarchy1"/>
    <dgm:cxn modelId="{D786D82B-BCE7-4F29-9E6D-ACD88DC354AC}" type="presParOf" srcId="{F06BB00C-D334-4CE2-BB14-C26960872CDD}" destId="{F5A86D50-0AC6-4921-A10A-F8FE2E0CD004}" srcOrd="0" destOrd="0" presId="urn:microsoft.com/office/officeart/2005/8/layout/hierarchy1"/>
    <dgm:cxn modelId="{D43357EB-CEEF-4931-BB76-6C672E68625C}" type="presParOf" srcId="{F5A86D50-0AC6-4921-A10A-F8FE2E0CD004}" destId="{D99BC8C5-854F-4C0B-85C1-A3901E2E5B25}" srcOrd="0" destOrd="0" presId="urn:microsoft.com/office/officeart/2005/8/layout/hierarchy1"/>
    <dgm:cxn modelId="{50E55288-2508-4D7F-9ECF-DE8D3311C7D1}" type="presParOf" srcId="{F5A86D50-0AC6-4921-A10A-F8FE2E0CD004}" destId="{A8F539BD-AB3F-4A3A-8A3A-2118FFBBC116}" srcOrd="1" destOrd="0" presId="urn:microsoft.com/office/officeart/2005/8/layout/hierarchy1"/>
    <dgm:cxn modelId="{ED63BF6A-76DD-43B6-84CA-0B6C2C8B3C9C}" type="presParOf" srcId="{F06BB00C-D334-4CE2-BB14-C26960872CDD}" destId="{1276546A-9770-4493-A551-51FCC71F33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EC4F383-4A32-4EC6-9668-74EF0B18975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75EA66-A219-4BCF-8FA7-076F9447BD6D}">
      <dgm:prSet/>
      <dgm:spPr/>
      <dgm:t>
        <a:bodyPr/>
        <a:lstStyle/>
        <a:p>
          <a:r>
            <a:rPr lang="en-US" dirty="0"/>
            <a:t>Background</a:t>
          </a:r>
        </a:p>
      </dgm:t>
    </dgm:pt>
    <dgm:pt modelId="{8B837760-7D8C-4FED-A038-99F9B0700676}" type="parTrans" cxnId="{1EA600D8-EDCB-4CD6-8A22-026ADC2AD31A}">
      <dgm:prSet/>
      <dgm:spPr/>
      <dgm:t>
        <a:bodyPr/>
        <a:lstStyle/>
        <a:p>
          <a:endParaRPr lang="en-US"/>
        </a:p>
      </dgm:t>
    </dgm:pt>
    <dgm:pt modelId="{09B8B4F4-78D5-47C6-BCE4-52EE81C7F33B}" type="sibTrans" cxnId="{1EA600D8-EDCB-4CD6-8A22-026ADC2AD31A}">
      <dgm:prSet/>
      <dgm:spPr/>
      <dgm:t>
        <a:bodyPr/>
        <a:lstStyle/>
        <a:p>
          <a:endParaRPr lang="en-US"/>
        </a:p>
      </dgm:t>
    </dgm:pt>
    <dgm:pt modelId="{CA31F3C0-04C8-44D6-9EE4-DB0562749E42}">
      <dgm:prSet/>
      <dgm:spPr/>
      <dgm:t>
        <a:bodyPr/>
        <a:lstStyle/>
        <a:p>
          <a:r>
            <a:rPr lang="en-US"/>
            <a:t>Data Details</a:t>
          </a:r>
        </a:p>
      </dgm:t>
    </dgm:pt>
    <dgm:pt modelId="{C3748032-2B48-467C-9677-85B5386F314B}" type="parTrans" cxnId="{AD604F88-3A19-4217-B792-026124E02FC4}">
      <dgm:prSet/>
      <dgm:spPr/>
      <dgm:t>
        <a:bodyPr/>
        <a:lstStyle/>
        <a:p>
          <a:endParaRPr lang="en-US"/>
        </a:p>
      </dgm:t>
    </dgm:pt>
    <dgm:pt modelId="{2F6CEEC1-C8C2-4ECC-887D-57EB9BBF5511}" type="sibTrans" cxnId="{AD604F88-3A19-4217-B792-026124E02FC4}">
      <dgm:prSet/>
      <dgm:spPr/>
      <dgm:t>
        <a:bodyPr/>
        <a:lstStyle/>
        <a:p>
          <a:endParaRPr lang="en-US"/>
        </a:p>
      </dgm:t>
    </dgm:pt>
    <dgm:pt modelId="{B633B4C8-F94E-4449-8301-5D852358B5A7}">
      <dgm:prSet/>
      <dgm:spPr/>
      <dgm:t>
        <a:bodyPr/>
        <a:lstStyle/>
        <a:p>
          <a:r>
            <a:rPr lang="en-US"/>
            <a:t>Model Details</a:t>
          </a:r>
        </a:p>
      </dgm:t>
    </dgm:pt>
    <dgm:pt modelId="{CC918D66-BCBC-4DE0-8157-B3CDEF27E303}" type="parTrans" cxnId="{E6C804A5-6A20-4A89-89D8-159B166E6293}">
      <dgm:prSet/>
      <dgm:spPr/>
      <dgm:t>
        <a:bodyPr/>
        <a:lstStyle/>
        <a:p>
          <a:endParaRPr lang="en-US"/>
        </a:p>
      </dgm:t>
    </dgm:pt>
    <dgm:pt modelId="{A2F5A020-D4DB-47FB-9735-DDE582BCD14D}" type="sibTrans" cxnId="{E6C804A5-6A20-4A89-89D8-159B166E6293}">
      <dgm:prSet/>
      <dgm:spPr/>
      <dgm:t>
        <a:bodyPr/>
        <a:lstStyle/>
        <a:p>
          <a:endParaRPr lang="en-US"/>
        </a:p>
      </dgm:t>
    </dgm:pt>
    <dgm:pt modelId="{4637E81C-ED3B-4304-8191-E579C01DBB8F}">
      <dgm:prSet/>
      <dgm:spPr/>
      <dgm:t>
        <a:bodyPr/>
        <a:lstStyle/>
        <a:p>
          <a:r>
            <a:rPr lang="en-US" b="1" dirty="0"/>
            <a:t>Performance</a:t>
          </a:r>
        </a:p>
      </dgm:t>
    </dgm:pt>
    <dgm:pt modelId="{D8342A39-1708-4F97-9A40-C1F00232B31D}" type="parTrans" cxnId="{13F0F4A6-FBCF-4A74-AB80-11AA8CB9C4B2}">
      <dgm:prSet/>
      <dgm:spPr/>
      <dgm:t>
        <a:bodyPr/>
        <a:lstStyle/>
        <a:p>
          <a:endParaRPr lang="en-US"/>
        </a:p>
      </dgm:t>
    </dgm:pt>
    <dgm:pt modelId="{8864877B-C5A0-4B5D-9D4C-DE522F19D4FF}" type="sibTrans" cxnId="{13F0F4A6-FBCF-4A74-AB80-11AA8CB9C4B2}">
      <dgm:prSet/>
      <dgm:spPr/>
      <dgm:t>
        <a:bodyPr/>
        <a:lstStyle/>
        <a:p>
          <a:endParaRPr lang="en-US"/>
        </a:p>
      </dgm:t>
    </dgm:pt>
    <dgm:pt modelId="{88C26D5D-D467-432D-9526-566E6970B612}">
      <dgm:prSet/>
      <dgm:spPr/>
      <dgm:t>
        <a:bodyPr/>
        <a:lstStyle/>
        <a:p>
          <a:r>
            <a:rPr lang="en-US"/>
            <a:t>Limitations</a:t>
          </a:r>
        </a:p>
      </dgm:t>
    </dgm:pt>
    <dgm:pt modelId="{84C004D5-8695-4693-9070-DB96474C5E75}" type="parTrans" cxnId="{C0934976-6FE4-475B-BFF6-EECC25D2C87E}">
      <dgm:prSet/>
      <dgm:spPr/>
      <dgm:t>
        <a:bodyPr/>
        <a:lstStyle/>
        <a:p>
          <a:endParaRPr lang="en-US"/>
        </a:p>
      </dgm:t>
    </dgm:pt>
    <dgm:pt modelId="{1A5A4C28-B6F6-4C64-BF5F-6AF83F6E218B}" type="sibTrans" cxnId="{C0934976-6FE4-475B-BFF6-EECC25D2C87E}">
      <dgm:prSet/>
      <dgm:spPr/>
      <dgm:t>
        <a:bodyPr/>
        <a:lstStyle/>
        <a:p>
          <a:endParaRPr lang="en-US"/>
        </a:p>
      </dgm:t>
    </dgm:pt>
    <dgm:pt modelId="{E465ECD6-B74F-4B1E-A2A8-7655AB9E9084}">
      <dgm:prSet/>
      <dgm:spPr/>
      <dgm:t>
        <a:bodyPr/>
        <a:lstStyle/>
        <a:p>
          <a:r>
            <a:rPr lang="en-US"/>
            <a:t>Discussion</a:t>
          </a:r>
        </a:p>
      </dgm:t>
    </dgm:pt>
    <dgm:pt modelId="{CBF38C19-D2A4-42B8-A0B0-BAA6919DE7C4}" type="parTrans" cxnId="{A6AA590F-4EFC-49B5-9F95-2A2661142BBE}">
      <dgm:prSet/>
      <dgm:spPr/>
      <dgm:t>
        <a:bodyPr/>
        <a:lstStyle/>
        <a:p>
          <a:endParaRPr lang="en-US"/>
        </a:p>
      </dgm:t>
    </dgm:pt>
    <dgm:pt modelId="{B45E4BF5-2468-47FB-BAF3-BAFBFB38BE92}" type="sibTrans" cxnId="{A6AA590F-4EFC-49B5-9F95-2A2661142BBE}">
      <dgm:prSet/>
      <dgm:spPr/>
      <dgm:t>
        <a:bodyPr/>
        <a:lstStyle/>
        <a:p>
          <a:endParaRPr lang="en-US"/>
        </a:p>
      </dgm:t>
    </dgm:pt>
    <dgm:pt modelId="{B3ECC666-B040-4DB3-8387-41E698BEE32E}" type="pres">
      <dgm:prSet presAssocID="{6EC4F383-4A32-4EC6-9668-74EF0B1897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72FE66E-74E5-4995-9C86-7ADE90AFE9AF}" type="pres">
      <dgm:prSet presAssocID="{2D75EA66-A219-4BCF-8FA7-076F9447BD6D}" presName="hierRoot1" presStyleCnt="0"/>
      <dgm:spPr/>
    </dgm:pt>
    <dgm:pt modelId="{81E047FB-80D5-400C-B8C0-F0F89E3DCEC5}" type="pres">
      <dgm:prSet presAssocID="{2D75EA66-A219-4BCF-8FA7-076F9447BD6D}" presName="composite" presStyleCnt="0"/>
      <dgm:spPr/>
    </dgm:pt>
    <dgm:pt modelId="{50DB8394-8065-489B-8A0A-833B3904CF8F}" type="pres">
      <dgm:prSet presAssocID="{2D75EA66-A219-4BCF-8FA7-076F9447BD6D}" presName="background" presStyleLbl="node0" presStyleIdx="0" presStyleCnt="6"/>
      <dgm:spPr/>
    </dgm:pt>
    <dgm:pt modelId="{44B1FFB5-6761-4140-967B-7CD52473FFC0}" type="pres">
      <dgm:prSet presAssocID="{2D75EA66-A219-4BCF-8FA7-076F9447BD6D}" presName="text" presStyleLbl="fgAcc0" presStyleIdx="0" presStyleCnt="6">
        <dgm:presLayoutVars>
          <dgm:chPref val="3"/>
        </dgm:presLayoutVars>
      </dgm:prSet>
      <dgm:spPr/>
    </dgm:pt>
    <dgm:pt modelId="{68C0ACF9-6547-437F-B3B1-CD802BDBB65C}" type="pres">
      <dgm:prSet presAssocID="{2D75EA66-A219-4BCF-8FA7-076F9447BD6D}" presName="hierChild2" presStyleCnt="0"/>
      <dgm:spPr/>
    </dgm:pt>
    <dgm:pt modelId="{A8F2C94E-086A-44AD-8BA5-3C1DF8272007}" type="pres">
      <dgm:prSet presAssocID="{CA31F3C0-04C8-44D6-9EE4-DB0562749E42}" presName="hierRoot1" presStyleCnt="0"/>
      <dgm:spPr/>
    </dgm:pt>
    <dgm:pt modelId="{534306BA-E762-43CF-83E5-D3E4D6964791}" type="pres">
      <dgm:prSet presAssocID="{CA31F3C0-04C8-44D6-9EE4-DB0562749E42}" presName="composite" presStyleCnt="0"/>
      <dgm:spPr/>
    </dgm:pt>
    <dgm:pt modelId="{71F729D4-B262-425F-9EFF-433C8C2A00ED}" type="pres">
      <dgm:prSet presAssocID="{CA31F3C0-04C8-44D6-9EE4-DB0562749E42}" presName="background" presStyleLbl="node0" presStyleIdx="1" presStyleCnt="6"/>
      <dgm:spPr/>
    </dgm:pt>
    <dgm:pt modelId="{D4CF1116-2DCE-4213-8375-0301575973A5}" type="pres">
      <dgm:prSet presAssocID="{CA31F3C0-04C8-44D6-9EE4-DB0562749E42}" presName="text" presStyleLbl="fgAcc0" presStyleIdx="1" presStyleCnt="6">
        <dgm:presLayoutVars>
          <dgm:chPref val="3"/>
        </dgm:presLayoutVars>
      </dgm:prSet>
      <dgm:spPr/>
    </dgm:pt>
    <dgm:pt modelId="{BBC5D6A2-420B-4534-99F6-C9989D5CD029}" type="pres">
      <dgm:prSet presAssocID="{CA31F3C0-04C8-44D6-9EE4-DB0562749E42}" presName="hierChild2" presStyleCnt="0"/>
      <dgm:spPr/>
    </dgm:pt>
    <dgm:pt modelId="{739D2FF2-0B03-4E80-84F4-5515D1C9396E}" type="pres">
      <dgm:prSet presAssocID="{B633B4C8-F94E-4449-8301-5D852358B5A7}" presName="hierRoot1" presStyleCnt="0"/>
      <dgm:spPr/>
    </dgm:pt>
    <dgm:pt modelId="{799B6F09-5394-447A-BB34-801216C8DC17}" type="pres">
      <dgm:prSet presAssocID="{B633B4C8-F94E-4449-8301-5D852358B5A7}" presName="composite" presStyleCnt="0"/>
      <dgm:spPr/>
    </dgm:pt>
    <dgm:pt modelId="{C01D6B0A-6007-4CBF-A9A9-466B83FED2B4}" type="pres">
      <dgm:prSet presAssocID="{B633B4C8-F94E-4449-8301-5D852358B5A7}" presName="background" presStyleLbl="node0" presStyleIdx="2" presStyleCnt="6"/>
      <dgm:spPr/>
    </dgm:pt>
    <dgm:pt modelId="{501FCC5A-92E0-4D89-B5A5-05013D16066C}" type="pres">
      <dgm:prSet presAssocID="{B633B4C8-F94E-4449-8301-5D852358B5A7}" presName="text" presStyleLbl="fgAcc0" presStyleIdx="2" presStyleCnt="6">
        <dgm:presLayoutVars>
          <dgm:chPref val="3"/>
        </dgm:presLayoutVars>
      </dgm:prSet>
      <dgm:spPr/>
    </dgm:pt>
    <dgm:pt modelId="{9CEBE2EF-2E98-44B6-92A8-69972B6EC8A7}" type="pres">
      <dgm:prSet presAssocID="{B633B4C8-F94E-4449-8301-5D852358B5A7}" presName="hierChild2" presStyleCnt="0"/>
      <dgm:spPr/>
    </dgm:pt>
    <dgm:pt modelId="{FA49194F-8213-4563-9DAE-0FF92943C51B}" type="pres">
      <dgm:prSet presAssocID="{4637E81C-ED3B-4304-8191-E579C01DBB8F}" presName="hierRoot1" presStyleCnt="0"/>
      <dgm:spPr/>
    </dgm:pt>
    <dgm:pt modelId="{8B9D5B67-A176-41B4-B5A6-38383F373068}" type="pres">
      <dgm:prSet presAssocID="{4637E81C-ED3B-4304-8191-E579C01DBB8F}" presName="composite" presStyleCnt="0"/>
      <dgm:spPr/>
    </dgm:pt>
    <dgm:pt modelId="{13394B8B-177A-4C1F-9F76-3767F2D0D54C}" type="pres">
      <dgm:prSet presAssocID="{4637E81C-ED3B-4304-8191-E579C01DBB8F}" presName="background" presStyleLbl="node0" presStyleIdx="3" presStyleCnt="6"/>
      <dgm:spPr/>
    </dgm:pt>
    <dgm:pt modelId="{0655F9EA-0E1A-4BED-87B4-F069D9204B49}" type="pres">
      <dgm:prSet presAssocID="{4637E81C-ED3B-4304-8191-E579C01DBB8F}" presName="text" presStyleLbl="fgAcc0" presStyleIdx="3" presStyleCnt="6">
        <dgm:presLayoutVars>
          <dgm:chPref val="3"/>
        </dgm:presLayoutVars>
      </dgm:prSet>
      <dgm:spPr/>
    </dgm:pt>
    <dgm:pt modelId="{6EC64966-0E46-4EE0-A934-D1CC94C6C1EF}" type="pres">
      <dgm:prSet presAssocID="{4637E81C-ED3B-4304-8191-E579C01DBB8F}" presName="hierChild2" presStyleCnt="0"/>
      <dgm:spPr/>
    </dgm:pt>
    <dgm:pt modelId="{1A63627C-DA48-43FF-BB80-30169C30EB70}" type="pres">
      <dgm:prSet presAssocID="{88C26D5D-D467-432D-9526-566E6970B612}" presName="hierRoot1" presStyleCnt="0"/>
      <dgm:spPr/>
    </dgm:pt>
    <dgm:pt modelId="{D364DD4E-6DB8-4B07-9E75-79B8DDB1F902}" type="pres">
      <dgm:prSet presAssocID="{88C26D5D-D467-432D-9526-566E6970B612}" presName="composite" presStyleCnt="0"/>
      <dgm:spPr/>
    </dgm:pt>
    <dgm:pt modelId="{804C108B-B945-4E1A-8AEA-73714D5F4915}" type="pres">
      <dgm:prSet presAssocID="{88C26D5D-D467-432D-9526-566E6970B612}" presName="background" presStyleLbl="node0" presStyleIdx="4" presStyleCnt="6"/>
      <dgm:spPr/>
    </dgm:pt>
    <dgm:pt modelId="{FCD8730F-3023-4D43-B349-3B661BE15569}" type="pres">
      <dgm:prSet presAssocID="{88C26D5D-D467-432D-9526-566E6970B612}" presName="text" presStyleLbl="fgAcc0" presStyleIdx="4" presStyleCnt="6">
        <dgm:presLayoutVars>
          <dgm:chPref val="3"/>
        </dgm:presLayoutVars>
      </dgm:prSet>
      <dgm:spPr/>
    </dgm:pt>
    <dgm:pt modelId="{8803C3BF-3D22-49E2-98A5-5A5900BC9C43}" type="pres">
      <dgm:prSet presAssocID="{88C26D5D-D467-432D-9526-566E6970B612}" presName="hierChild2" presStyleCnt="0"/>
      <dgm:spPr/>
    </dgm:pt>
    <dgm:pt modelId="{F06BB00C-D334-4CE2-BB14-C26960872CDD}" type="pres">
      <dgm:prSet presAssocID="{E465ECD6-B74F-4B1E-A2A8-7655AB9E9084}" presName="hierRoot1" presStyleCnt="0"/>
      <dgm:spPr/>
    </dgm:pt>
    <dgm:pt modelId="{F5A86D50-0AC6-4921-A10A-F8FE2E0CD004}" type="pres">
      <dgm:prSet presAssocID="{E465ECD6-B74F-4B1E-A2A8-7655AB9E9084}" presName="composite" presStyleCnt="0"/>
      <dgm:spPr/>
    </dgm:pt>
    <dgm:pt modelId="{D99BC8C5-854F-4C0B-85C1-A3901E2E5B25}" type="pres">
      <dgm:prSet presAssocID="{E465ECD6-B74F-4B1E-A2A8-7655AB9E9084}" presName="background" presStyleLbl="node0" presStyleIdx="5" presStyleCnt="6"/>
      <dgm:spPr/>
    </dgm:pt>
    <dgm:pt modelId="{A8F539BD-AB3F-4A3A-8A3A-2118FFBBC116}" type="pres">
      <dgm:prSet presAssocID="{E465ECD6-B74F-4B1E-A2A8-7655AB9E9084}" presName="text" presStyleLbl="fgAcc0" presStyleIdx="5" presStyleCnt="6">
        <dgm:presLayoutVars>
          <dgm:chPref val="3"/>
        </dgm:presLayoutVars>
      </dgm:prSet>
      <dgm:spPr/>
    </dgm:pt>
    <dgm:pt modelId="{1276546A-9770-4493-A551-51FCC71F3392}" type="pres">
      <dgm:prSet presAssocID="{E465ECD6-B74F-4B1E-A2A8-7655AB9E9084}" presName="hierChild2" presStyleCnt="0"/>
      <dgm:spPr/>
    </dgm:pt>
  </dgm:ptLst>
  <dgm:cxnLst>
    <dgm:cxn modelId="{A6AA590F-4EFC-49B5-9F95-2A2661142BBE}" srcId="{6EC4F383-4A32-4EC6-9668-74EF0B18975B}" destId="{E465ECD6-B74F-4B1E-A2A8-7655AB9E9084}" srcOrd="5" destOrd="0" parTransId="{CBF38C19-D2A4-42B8-A0B0-BAA6919DE7C4}" sibTransId="{B45E4BF5-2468-47FB-BAF3-BAFBFB38BE92}"/>
    <dgm:cxn modelId="{4FC6D318-FFA2-41FB-B77A-B4DF09F1BC32}" type="presOf" srcId="{CA31F3C0-04C8-44D6-9EE4-DB0562749E42}" destId="{D4CF1116-2DCE-4213-8375-0301575973A5}" srcOrd="0" destOrd="0" presId="urn:microsoft.com/office/officeart/2005/8/layout/hierarchy1"/>
    <dgm:cxn modelId="{59E90621-665D-4483-9BA2-5CCAE2AF170B}" type="presOf" srcId="{88C26D5D-D467-432D-9526-566E6970B612}" destId="{FCD8730F-3023-4D43-B349-3B661BE15569}" srcOrd="0" destOrd="0" presId="urn:microsoft.com/office/officeart/2005/8/layout/hierarchy1"/>
    <dgm:cxn modelId="{E1D21D5B-646A-4ED8-A1A0-58CE5C226262}" type="presOf" srcId="{B633B4C8-F94E-4449-8301-5D852358B5A7}" destId="{501FCC5A-92E0-4D89-B5A5-05013D16066C}" srcOrd="0" destOrd="0" presId="urn:microsoft.com/office/officeart/2005/8/layout/hierarchy1"/>
    <dgm:cxn modelId="{0D5F385B-99C3-42CF-B1A6-22439B47D02B}" type="presOf" srcId="{6EC4F383-4A32-4EC6-9668-74EF0B18975B}" destId="{B3ECC666-B040-4DB3-8387-41E698BEE32E}" srcOrd="0" destOrd="0" presId="urn:microsoft.com/office/officeart/2005/8/layout/hierarchy1"/>
    <dgm:cxn modelId="{C376DA60-8EBE-4C07-A791-8E855FF97B8E}" type="presOf" srcId="{2D75EA66-A219-4BCF-8FA7-076F9447BD6D}" destId="{44B1FFB5-6761-4140-967B-7CD52473FFC0}" srcOrd="0" destOrd="0" presId="urn:microsoft.com/office/officeart/2005/8/layout/hierarchy1"/>
    <dgm:cxn modelId="{CDFADD69-6BF1-4699-8DFE-0A861BA65D16}" type="presOf" srcId="{E465ECD6-B74F-4B1E-A2A8-7655AB9E9084}" destId="{A8F539BD-AB3F-4A3A-8A3A-2118FFBBC116}" srcOrd="0" destOrd="0" presId="urn:microsoft.com/office/officeart/2005/8/layout/hierarchy1"/>
    <dgm:cxn modelId="{C0934976-6FE4-475B-BFF6-EECC25D2C87E}" srcId="{6EC4F383-4A32-4EC6-9668-74EF0B18975B}" destId="{88C26D5D-D467-432D-9526-566E6970B612}" srcOrd="4" destOrd="0" parTransId="{84C004D5-8695-4693-9070-DB96474C5E75}" sibTransId="{1A5A4C28-B6F6-4C64-BF5F-6AF83F6E218B}"/>
    <dgm:cxn modelId="{384F0978-B4A1-4759-ACC1-94474B1863AA}" type="presOf" srcId="{4637E81C-ED3B-4304-8191-E579C01DBB8F}" destId="{0655F9EA-0E1A-4BED-87B4-F069D9204B49}" srcOrd="0" destOrd="0" presId="urn:microsoft.com/office/officeart/2005/8/layout/hierarchy1"/>
    <dgm:cxn modelId="{AD604F88-3A19-4217-B792-026124E02FC4}" srcId="{6EC4F383-4A32-4EC6-9668-74EF0B18975B}" destId="{CA31F3C0-04C8-44D6-9EE4-DB0562749E42}" srcOrd="1" destOrd="0" parTransId="{C3748032-2B48-467C-9677-85B5386F314B}" sibTransId="{2F6CEEC1-C8C2-4ECC-887D-57EB9BBF5511}"/>
    <dgm:cxn modelId="{E6C804A5-6A20-4A89-89D8-159B166E6293}" srcId="{6EC4F383-4A32-4EC6-9668-74EF0B18975B}" destId="{B633B4C8-F94E-4449-8301-5D852358B5A7}" srcOrd="2" destOrd="0" parTransId="{CC918D66-BCBC-4DE0-8157-B3CDEF27E303}" sibTransId="{A2F5A020-D4DB-47FB-9735-DDE582BCD14D}"/>
    <dgm:cxn modelId="{13F0F4A6-FBCF-4A74-AB80-11AA8CB9C4B2}" srcId="{6EC4F383-4A32-4EC6-9668-74EF0B18975B}" destId="{4637E81C-ED3B-4304-8191-E579C01DBB8F}" srcOrd="3" destOrd="0" parTransId="{D8342A39-1708-4F97-9A40-C1F00232B31D}" sibTransId="{8864877B-C5A0-4B5D-9D4C-DE522F19D4FF}"/>
    <dgm:cxn modelId="{1EA600D8-EDCB-4CD6-8A22-026ADC2AD31A}" srcId="{6EC4F383-4A32-4EC6-9668-74EF0B18975B}" destId="{2D75EA66-A219-4BCF-8FA7-076F9447BD6D}" srcOrd="0" destOrd="0" parTransId="{8B837760-7D8C-4FED-A038-99F9B0700676}" sibTransId="{09B8B4F4-78D5-47C6-BCE4-52EE81C7F33B}"/>
    <dgm:cxn modelId="{821C977F-7245-4CBD-9782-A25138058D2F}" type="presParOf" srcId="{B3ECC666-B040-4DB3-8387-41E698BEE32E}" destId="{C72FE66E-74E5-4995-9C86-7ADE90AFE9AF}" srcOrd="0" destOrd="0" presId="urn:microsoft.com/office/officeart/2005/8/layout/hierarchy1"/>
    <dgm:cxn modelId="{87CE8416-35B8-4AA9-8243-DF0379DAD6A1}" type="presParOf" srcId="{C72FE66E-74E5-4995-9C86-7ADE90AFE9AF}" destId="{81E047FB-80D5-400C-B8C0-F0F89E3DCEC5}" srcOrd="0" destOrd="0" presId="urn:microsoft.com/office/officeart/2005/8/layout/hierarchy1"/>
    <dgm:cxn modelId="{39A1C55D-378E-47ED-8A59-2307A8F2C685}" type="presParOf" srcId="{81E047FB-80D5-400C-B8C0-F0F89E3DCEC5}" destId="{50DB8394-8065-489B-8A0A-833B3904CF8F}" srcOrd="0" destOrd="0" presId="urn:microsoft.com/office/officeart/2005/8/layout/hierarchy1"/>
    <dgm:cxn modelId="{89C2E235-70DE-43A5-903E-E2FC7A2961D9}" type="presParOf" srcId="{81E047FB-80D5-400C-B8C0-F0F89E3DCEC5}" destId="{44B1FFB5-6761-4140-967B-7CD52473FFC0}" srcOrd="1" destOrd="0" presId="urn:microsoft.com/office/officeart/2005/8/layout/hierarchy1"/>
    <dgm:cxn modelId="{8DACF2D5-9F1F-4BAD-9273-FBF70257E9D4}" type="presParOf" srcId="{C72FE66E-74E5-4995-9C86-7ADE90AFE9AF}" destId="{68C0ACF9-6547-437F-B3B1-CD802BDBB65C}" srcOrd="1" destOrd="0" presId="urn:microsoft.com/office/officeart/2005/8/layout/hierarchy1"/>
    <dgm:cxn modelId="{CE7C52C4-454F-49E2-8A81-CAEC46858605}" type="presParOf" srcId="{B3ECC666-B040-4DB3-8387-41E698BEE32E}" destId="{A8F2C94E-086A-44AD-8BA5-3C1DF8272007}" srcOrd="1" destOrd="0" presId="urn:microsoft.com/office/officeart/2005/8/layout/hierarchy1"/>
    <dgm:cxn modelId="{B0A9B52E-51F2-42BA-A35F-13746635BC16}" type="presParOf" srcId="{A8F2C94E-086A-44AD-8BA5-3C1DF8272007}" destId="{534306BA-E762-43CF-83E5-D3E4D6964791}" srcOrd="0" destOrd="0" presId="urn:microsoft.com/office/officeart/2005/8/layout/hierarchy1"/>
    <dgm:cxn modelId="{7D5A4D2C-6B7A-466C-993E-F778BE75C472}" type="presParOf" srcId="{534306BA-E762-43CF-83E5-D3E4D6964791}" destId="{71F729D4-B262-425F-9EFF-433C8C2A00ED}" srcOrd="0" destOrd="0" presId="urn:microsoft.com/office/officeart/2005/8/layout/hierarchy1"/>
    <dgm:cxn modelId="{D896F96F-1285-4C0F-B74E-54E121FC9823}" type="presParOf" srcId="{534306BA-E762-43CF-83E5-D3E4D6964791}" destId="{D4CF1116-2DCE-4213-8375-0301575973A5}" srcOrd="1" destOrd="0" presId="urn:microsoft.com/office/officeart/2005/8/layout/hierarchy1"/>
    <dgm:cxn modelId="{0BE6CBFC-336C-4964-A6DD-CDC97FF3B4FA}" type="presParOf" srcId="{A8F2C94E-086A-44AD-8BA5-3C1DF8272007}" destId="{BBC5D6A2-420B-4534-99F6-C9989D5CD029}" srcOrd="1" destOrd="0" presId="urn:microsoft.com/office/officeart/2005/8/layout/hierarchy1"/>
    <dgm:cxn modelId="{3D0CA3B8-4F24-48D4-AD55-0F5660B8AE12}" type="presParOf" srcId="{B3ECC666-B040-4DB3-8387-41E698BEE32E}" destId="{739D2FF2-0B03-4E80-84F4-5515D1C9396E}" srcOrd="2" destOrd="0" presId="urn:microsoft.com/office/officeart/2005/8/layout/hierarchy1"/>
    <dgm:cxn modelId="{DB09FA8A-17A4-458F-A853-D02B660662D4}" type="presParOf" srcId="{739D2FF2-0B03-4E80-84F4-5515D1C9396E}" destId="{799B6F09-5394-447A-BB34-801216C8DC17}" srcOrd="0" destOrd="0" presId="urn:microsoft.com/office/officeart/2005/8/layout/hierarchy1"/>
    <dgm:cxn modelId="{004B9E36-F870-4E16-BCDA-48F6736471C0}" type="presParOf" srcId="{799B6F09-5394-447A-BB34-801216C8DC17}" destId="{C01D6B0A-6007-4CBF-A9A9-466B83FED2B4}" srcOrd="0" destOrd="0" presId="urn:microsoft.com/office/officeart/2005/8/layout/hierarchy1"/>
    <dgm:cxn modelId="{04924990-129E-4383-9F40-40E30CD75772}" type="presParOf" srcId="{799B6F09-5394-447A-BB34-801216C8DC17}" destId="{501FCC5A-92E0-4D89-B5A5-05013D16066C}" srcOrd="1" destOrd="0" presId="urn:microsoft.com/office/officeart/2005/8/layout/hierarchy1"/>
    <dgm:cxn modelId="{AF24EF0F-7B7E-4870-892E-F59273CED674}" type="presParOf" srcId="{739D2FF2-0B03-4E80-84F4-5515D1C9396E}" destId="{9CEBE2EF-2E98-44B6-92A8-69972B6EC8A7}" srcOrd="1" destOrd="0" presId="urn:microsoft.com/office/officeart/2005/8/layout/hierarchy1"/>
    <dgm:cxn modelId="{A3DB2972-B131-4F37-AC02-86E067CAD0D0}" type="presParOf" srcId="{B3ECC666-B040-4DB3-8387-41E698BEE32E}" destId="{FA49194F-8213-4563-9DAE-0FF92943C51B}" srcOrd="3" destOrd="0" presId="urn:microsoft.com/office/officeart/2005/8/layout/hierarchy1"/>
    <dgm:cxn modelId="{878B08C0-0D01-4D47-9C1D-98862A66F107}" type="presParOf" srcId="{FA49194F-8213-4563-9DAE-0FF92943C51B}" destId="{8B9D5B67-A176-41B4-B5A6-38383F373068}" srcOrd="0" destOrd="0" presId="urn:microsoft.com/office/officeart/2005/8/layout/hierarchy1"/>
    <dgm:cxn modelId="{832CB018-E54A-4D8A-9B00-6234BB0222B7}" type="presParOf" srcId="{8B9D5B67-A176-41B4-B5A6-38383F373068}" destId="{13394B8B-177A-4C1F-9F76-3767F2D0D54C}" srcOrd="0" destOrd="0" presId="urn:microsoft.com/office/officeart/2005/8/layout/hierarchy1"/>
    <dgm:cxn modelId="{BC006915-3AF4-472F-A8F3-7A0D47A2AF41}" type="presParOf" srcId="{8B9D5B67-A176-41B4-B5A6-38383F373068}" destId="{0655F9EA-0E1A-4BED-87B4-F069D9204B49}" srcOrd="1" destOrd="0" presId="urn:microsoft.com/office/officeart/2005/8/layout/hierarchy1"/>
    <dgm:cxn modelId="{40989657-A648-4DF9-BA56-552BDC39289C}" type="presParOf" srcId="{FA49194F-8213-4563-9DAE-0FF92943C51B}" destId="{6EC64966-0E46-4EE0-A934-D1CC94C6C1EF}" srcOrd="1" destOrd="0" presId="urn:microsoft.com/office/officeart/2005/8/layout/hierarchy1"/>
    <dgm:cxn modelId="{569FBAB3-17F2-4948-928B-915777DA7541}" type="presParOf" srcId="{B3ECC666-B040-4DB3-8387-41E698BEE32E}" destId="{1A63627C-DA48-43FF-BB80-30169C30EB70}" srcOrd="4" destOrd="0" presId="urn:microsoft.com/office/officeart/2005/8/layout/hierarchy1"/>
    <dgm:cxn modelId="{08E732D6-D75C-403B-AF6C-F17654CC9605}" type="presParOf" srcId="{1A63627C-DA48-43FF-BB80-30169C30EB70}" destId="{D364DD4E-6DB8-4B07-9E75-79B8DDB1F902}" srcOrd="0" destOrd="0" presId="urn:microsoft.com/office/officeart/2005/8/layout/hierarchy1"/>
    <dgm:cxn modelId="{1D46ADB0-835E-4D4C-A0D3-41DF808B2788}" type="presParOf" srcId="{D364DD4E-6DB8-4B07-9E75-79B8DDB1F902}" destId="{804C108B-B945-4E1A-8AEA-73714D5F4915}" srcOrd="0" destOrd="0" presId="urn:microsoft.com/office/officeart/2005/8/layout/hierarchy1"/>
    <dgm:cxn modelId="{3CE3381A-ADF9-450C-91FE-8A09889E30FF}" type="presParOf" srcId="{D364DD4E-6DB8-4B07-9E75-79B8DDB1F902}" destId="{FCD8730F-3023-4D43-B349-3B661BE15569}" srcOrd="1" destOrd="0" presId="urn:microsoft.com/office/officeart/2005/8/layout/hierarchy1"/>
    <dgm:cxn modelId="{DA6F08E4-F633-4212-8C04-459BA902D8EB}" type="presParOf" srcId="{1A63627C-DA48-43FF-BB80-30169C30EB70}" destId="{8803C3BF-3D22-49E2-98A5-5A5900BC9C43}" srcOrd="1" destOrd="0" presId="urn:microsoft.com/office/officeart/2005/8/layout/hierarchy1"/>
    <dgm:cxn modelId="{237F35BD-C765-433E-B388-DF4FFECD2BDB}" type="presParOf" srcId="{B3ECC666-B040-4DB3-8387-41E698BEE32E}" destId="{F06BB00C-D334-4CE2-BB14-C26960872CDD}" srcOrd="5" destOrd="0" presId="urn:microsoft.com/office/officeart/2005/8/layout/hierarchy1"/>
    <dgm:cxn modelId="{D786D82B-BCE7-4F29-9E6D-ACD88DC354AC}" type="presParOf" srcId="{F06BB00C-D334-4CE2-BB14-C26960872CDD}" destId="{F5A86D50-0AC6-4921-A10A-F8FE2E0CD004}" srcOrd="0" destOrd="0" presId="urn:microsoft.com/office/officeart/2005/8/layout/hierarchy1"/>
    <dgm:cxn modelId="{D43357EB-CEEF-4931-BB76-6C672E68625C}" type="presParOf" srcId="{F5A86D50-0AC6-4921-A10A-F8FE2E0CD004}" destId="{D99BC8C5-854F-4C0B-85C1-A3901E2E5B25}" srcOrd="0" destOrd="0" presId="urn:microsoft.com/office/officeart/2005/8/layout/hierarchy1"/>
    <dgm:cxn modelId="{50E55288-2508-4D7F-9ECF-DE8D3311C7D1}" type="presParOf" srcId="{F5A86D50-0AC6-4921-A10A-F8FE2E0CD004}" destId="{A8F539BD-AB3F-4A3A-8A3A-2118FFBBC116}" srcOrd="1" destOrd="0" presId="urn:microsoft.com/office/officeart/2005/8/layout/hierarchy1"/>
    <dgm:cxn modelId="{ED63BF6A-76DD-43B6-84CA-0B6C2C8B3C9C}" type="presParOf" srcId="{F06BB00C-D334-4CE2-BB14-C26960872CDD}" destId="{1276546A-9770-4493-A551-51FCC71F33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EC4F383-4A32-4EC6-9668-74EF0B18975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75EA66-A219-4BCF-8FA7-076F9447BD6D}">
      <dgm:prSet/>
      <dgm:spPr/>
      <dgm:t>
        <a:bodyPr/>
        <a:lstStyle/>
        <a:p>
          <a:r>
            <a:rPr lang="en-US" dirty="0"/>
            <a:t>Background</a:t>
          </a:r>
        </a:p>
      </dgm:t>
    </dgm:pt>
    <dgm:pt modelId="{8B837760-7D8C-4FED-A038-99F9B0700676}" type="parTrans" cxnId="{1EA600D8-EDCB-4CD6-8A22-026ADC2AD31A}">
      <dgm:prSet/>
      <dgm:spPr/>
      <dgm:t>
        <a:bodyPr/>
        <a:lstStyle/>
        <a:p>
          <a:endParaRPr lang="en-US"/>
        </a:p>
      </dgm:t>
    </dgm:pt>
    <dgm:pt modelId="{09B8B4F4-78D5-47C6-BCE4-52EE81C7F33B}" type="sibTrans" cxnId="{1EA600D8-EDCB-4CD6-8A22-026ADC2AD31A}">
      <dgm:prSet/>
      <dgm:spPr/>
      <dgm:t>
        <a:bodyPr/>
        <a:lstStyle/>
        <a:p>
          <a:endParaRPr lang="en-US"/>
        </a:p>
      </dgm:t>
    </dgm:pt>
    <dgm:pt modelId="{CA31F3C0-04C8-44D6-9EE4-DB0562749E42}">
      <dgm:prSet/>
      <dgm:spPr/>
      <dgm:t>
        <a:bodyPr/>
        <a:lstStyle/>
        <a:p>
          <a:r>
            <a:rPr lang="en-US"/>
            <a:t>Data Details</a:t>
          </a:r>
        </a:p>
      </dgm:t>
    </dgm:pt>
    <dgm:pt modelId="{C3748032-2B48-467C-9677-85B5386F314B}" type="parTrans" cxnId="{AD604F88-3A19-4217-B792-026124E02FC4}">
      <dgm:prSet/>
      <dgm:spPr/>
      <dgm:t>
        <a:bodyPr/>
        <a:lstStyle/>
        <a:p>
          <a:endParaRPr lang="en-US"/>
        </a:p>
      </dgm:t>
    </dgm:pt>
    <dgm:pt modelId="{2F6CEEC1-C8C2-4ECC-887D-57EB9BBF5511}" type="sibTrans" cxnId="{AD604F88-3A19-4217-B792-026124E02FC4}">
      <dgm:prSet/>
      <dgm:spPr/>
      <dgm:t>
        <a:bodyPr/>
        <a:lstStyle/>
        <a:p>
          <a:endParaRPr lang="en-US"/>
        </a:p>
      </dgm:t>
    </dgm:pt>
    <dgm:pt modelId="{B633B4C8-F94E-4449-8301-5D852358B5A7}">
      <dgm:prSet/>
      <dgm:spPr/>
      <dgm:t>
        <a:bodyPr/>
        <a:lstStyle/>
        <a:p>
          <a:r>
            <a:rPr lang="en-US"/>
            <a:t>Model Details</a:t>
          </a:r>
        </a:p>
      </dgm:t>
    </dgm:pt>
    <dgm:pt modelId="{CC918D66-BCBC-4DE0-8157-B3CDEF27E303}" type="parTrans" cxnId="{E6C804A5-6A20-4A89-89D8-159B166E6293}">
      <dgm:prSet/>
      <dgm:spPr/>
      <dgm:t>
        <a:bodyPr/>
        <a:lstStyle/>
        <a:p>
          <a:endParaRPr lang="en-US"/>
        </a:p>
      </dgm:t>
    </dgm:pt>
    <dgm:pt modelId="{A2F5A020-D4DB-47FB-9735-DDE582BCD14D}" type="sibTrans" cxnId="{E6C804A5-6A20-4A89-89D8-159B166E6293}">
      <dgm:prSet/>
      <dgm:spPr/>
      <dgm:t>
        <a:bodyPr/>
        <a:lstStyle/>
        <a:p>
          <a:endParaRPr lang="en-US"/>
        </a:p>
      </dgm:t>
    </dgm:pt>
    <dgm:pt modelId="{4637E81C-ED3B-4304-8191-E579C01DBB8F}">
      <dgm:prSet/>
      <dgm:spPr/>
      <dgm:t>
        <a:bodyPr/>
        <a:lstStyle/>
        <a:p>
          <a:r>
            <a:rPr lang="en-US" b="1" dirty="0"/>
            <a:t>Performance</a:t>
          </a:r>
        </a:p>
      </dgm:t>
    </dgm:pt>
    <dgm:pt modelId="{D8342A39-1708-4F97-9A40-C1F00232B31D}" type="parTrans" cxnId="{13F0F4A6-FBCF-4A74-AB80-11AA8CB9C4B2}">
      <dgm:prSet/>
      <dgm:spPr/>
      <dgm:t>
        <a:bodyPr/>
        <a:lstStyle/>
        <a:p>
          <a:endParaRPr lang="en-US"/>
        </a:p>
      </dgm:t>
    </dgm:pt>
    <dgm:pt modelId="{8864877B-C5A0-4B5D-9D4C-DE522F19D4FF}" type="sibTrans" cxnId="{13F0F4A6-FBCF-4A74-AB80-11AA8CB9C4B2}">
      <dgm:prSet/>
      <dgm:spPr/>
      <dgm:t>
        <a:bodyPr/>
        <a:lstStyle/>
        <a:p>
          <a:endParaRPr lang="en-US"/>
        </a:p>
      </dgm:t>
    </dgm:pt>
    <dgm:pt modelId="{88C26D5D-D467-432D-9526-566E6970B612}">
      <dgm:prSet/>
      <dgm:spPr/>
      <dgm:t>
        <a:bodyPr/>
        <a:lstStyle/>
        <a:p>
          <a:r>
            <a:rPr lang="en-US"/>
            <a:t>Limitations</a:t>
          </a:r>
        </a:p>
      </dgm:t>
    </dgm:pt>
    <dgm:pt modelId="{84C004D5-8695-4693-9070-DB96474C5E75}" type="parTrans" cxnId="{C0934976-6FE4-475B-BFF6-EECC25D2C87E}">
      <dgm:prSet/>
      <dgm:spPr/>
      <dgm:t>
        <a:bodyPr/>
        <a:lstStyle/>
        <a:p>
          <a:endParaRPr lang="en-US"/>
        </a:p>
      </dgm:t>
    </dgm:pt>
    <dgm:pt modelId="{1A5A4C28-B6F6-4C64-BF5F-6AF83F6E218B}" type="sibTrans" cxnId="{C0934976-6FE4-475B-BFF6-EECC25D2C87E}">
      <dgm:prSet/>
      <dgm:spPr/>
      <dgm:t>
        <a:bodyPr/>
        <a:lstStyle/>
        <a:p>
          <a:endParaRPr lang="en-US"/>
        </a:p>
      </dgm:t>
    </dgm:pt>
    <dgm:pt modelId="{E465ECD6-B74F-4B1E-A2A8-7655AB9E9084}">
      <dgm:prSet/>
      <dgm:spPr/>
      <dgm:t>
        <a:bodyPr/>
        <a:lstStyle/>
        <a:p>
          <a:r>
            <a:rPr lang="en-US"/>
            <a:t>Discussion</a:t>
          </a:r>
        </a:p>
      </dgm:t>
    </dgm:pt>
    <dgm:pt modelId="{CBF38C19-D2A4-42B8-A0B0-BAA6919DE7C4}" type="parTrans" cxnId="{A6AA590F-4EFC-49B5-9F95-2A2661142BBE}">
      <dgm:prSet/>
      <dgm:spPr/>
      <dgm:t>
        <a:bodyPr/>
        <a:lstStyle/>
        <a:p>
          <a:endParaRPr lang="en-US"/>
        </a:p>
      </dgm:t>
    </dgm:pt>
    <dgm:pt modelId="{B45E4BF5-2468-47FB-BAF3-BAFBFB38BE92}" type="sibTrans" cxnId="{A6AA590F-4EFC-49B5-9F95-2A2661142BBE}">
      <dgm:prSet/>
      <dgm:spPr/>
      <dgm:t>
        <a:bodyPr/>
        <a:lstStyle/>
        <a:p>
          <a:endParaRPr lang="en-US"/>
        </a:p>
      </dgm:t>
    </dgm:pt>
    <dgm:pt modelId="{B3ECC666-B040-4DB3-8387-41E698BEE32E}" type="pres">
      <dgm:prSet presAssocID="{6EC4F383-4A32-4EC6-9668-74EF0B1897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72FE66E-74E5-4995-9C86-7ADE90AFE9AF}" type="pres">
      <dgm:prSet presAssocID="{2D75EA66-A219-4BCF-8FA7-076F9447BD6D}" presName="hierRoot1" presStyleCnt="0"/>
      <dgm:spPr/>
    </dgm:pt>
    <dgm:pt modelId="{81E047FB-80D5-400C-B8C0-F0F89E3DCEC5}" type="pres">
      <dgm:prSet presAssocID="{2D75EA66-A219-4BCF-8FA7-076F9447BD6D}" presName="composite" presStyleCnt="0"/>
      <dgm:spPr/>
    </dgm:pt>
    <dgm:pt modelId="{50DB8394-8065-489B-8A0A-833B3904CF8F}" type="pres">
      <dgm:prSet presAssocID="{2D75EA66-A219-4BCF-8FA7-076F9447BD6D}" presName="background" presStyleLbl="node0" presStyleIdx="0" presStyleCnt="6"/>
      <dgm:spPr/>
    </dgm:pt>
    <dgm:pt modelId="{44B1FFB5-6761-4140-967B-7CD52473FFC0}" type="pres">
      <dgm:prSet presAssocID="{2D75EA66-A219-4BCF-8FA7-076F9447BD6D}" presName="text" presStyleLbl="fgAcc0" presStyleIdx="0" presStyleCnt="6">
        <dgm:presLayoutVars>
          <dgm:chPref val="3"/>
        </dgm:presLayoutVars>
      </dgm:prSet>
      <dgm:spPr/>
    </dgm:pt>
    <dgm:pt modelId="{68C0ACF9-6547-437F-B3B1-CD802BDBB65C}" type="pres">
      <dgm:prSet presAssocID="{2D75EA66-A219-4BCF-8FA7-076F9447BD6D}" presName="hierChild2" presStyleCnt="0"/>
      <dgm:spPr/>
    </dgm:pt>
    <dgm:pt modelId="{A8F2C94E-086A-44AD-8BA5-3C1DF8272007}" type="pres">
      <dgm:prSet presAssocID="{CA31F3C0-04C8-44D6-9EE4-DB0562749E42}" presName="hierRoot1" presStyleCnt="0"/>
      <dgm:spPr/>
    </dgm:pt>
    <dgm:pt modelId="{534306BA-E762-43CF-83E5-D3E4D6964791}" type="pres">
      <dgm:prSet presAssocID="{CA31F3C0-04C8-44D6-9EE4-DB0562749E42}" presName="composite" presStyleCnt="0"/>
      <dgm:spPr/>
    </dgm:pt>
    <dgm:pt modelId="{71F729D4-B262-425F-9EFF-433C8C2A00ED}" type="pres">
      <dgm:prSet presAssocID="{CA31F3C0-04C8-44D6-9EE4-DB0562749E42}" presName="background" presStyleLbl="node0" presStyleIdx="1" presStyleCnt="6"/>
      <dgm:spPr/>
    </dgm:pt>
    <dgm:pt modelId="{D4CF1116-2DCE-4213-8375-0301575973A5}" type="pres">
      <dgm:prSet presAssocID="{CA31F3C0-04C8-44D6-9EE4-DB0562749E42}" presName="text" presStyleLbl="fgAcc0" presStyleIdx="1" presStyleCnt="6">
        <dgm:presLayoutVars>
          <dgm:chPref val="3"/>
        </dgm:presLayoutVars>
      </dgm:prSet>
      <dgm:spPr/>
    </dgm:pt>
    <dgm:pt modelId="{BBC5D6A2-420B-4534-99F6-C9989D5CD029}" type="pres">
      <dgm:prSet presAssocID="{CA31F3C0-04C8-44D6-9EE4-DB0562749E42}" presName="hierChild2" presStyleCnt="0"/>
      <dgm:spPr/>
    </dgm:pt>
    <dgm:pt modelId="{739D2FF2-0B03-4E80-84F4-5515D1C9396E}" type="pres">
      <dgm:prSet presAssocID="{B633B4C8-F94E-4449-8301-5D852358B5A7}" presName="hierRoot1" presStyleCnt="0"/>
      <dgm:spPr/>
    </dgm:pt>
    <dgm:pt modelId="{799B6F09-5394-447A-BB34-801216C8DC17}" type="pres">
      <dgm:prSet presAssocID="{B633B4C8-F94E-4449-8301-5D852358B5A7}" presName="composite" presStyleCnt="0"/>
      <dgm:spPr/>
    </dgm:pt>
    <dgm:pt modelId="{C01D6B0A-6007-4CBF-A9A9-466B83FED2B4}" type="pres">
      <dgm:prSet presAssocID="{B633B4C8-F94E-4449-8301-5D852358B5A7}" presName="background" presStyleLbl="node0" presStyleIdx="2" presStyleCnt="6"/>
      <dgm:spPr/>
    </dgm:pt>
    <dgm:pt modelId="{501FCC5A-92E0-4D89-B5A5-05013D16066C}" type="pres">
      <dgm:prSet presAssocID="{B633B4C8-F94E-4449-8301-5D852358B5A7}" presName="text" presStyleLbl="fgAcc0" presStyleIdx="2" presStyleCnt="6">
        <dgm:presLayoutVars>
          <dgm:chPref val="3"/>
        </dgm:presLayoutVars>
      </dgm:prSet>
      <dgm:spPr/>
    </dgm:pt>
    <dgm:pt modelId="{9CEBE2EF-2E98-44B6-92A8-69972B6EC8A7}" type="pres">
      <dgm:prSet presAssocID="{B633B4C8-F94E-4449-8301-5D852358B5A7}" presName="hierChild2" presStyleCnt="0"/>
      <dgm:spPr/>
    </dgm:pt>
    <dgm:pt modelId="{FA49194F-8213-4563-9DAE-0FF92943C51B}" type="pres">
      <dgm:prSet presAssocID="{4637E81C-ED3B-4304-8191-E579C01DBB8F}" presName="hierRoot1" presStyleCnt="0"/>
      <dgm:spPr/>
    </dgm:pt>
    <dgm:pt modelId="{8B9D5B67-A176-41B4-B5A6-38383F373068}" type="pres">
      <dgm:prSet presAssocID="{4637E81C-ED3B-4304-8191-E579C01DBB8F}" presName="composite" presStyleCnt="0"/>
      <dgm:spPr/>
    </dgm:pt>
    <dgm:pt modelId="{13394B8B-177A-4C1F-9F76-3767F2D0D54C}" type="pres">
      <dgm:prSet presAssocID="{4637E81C-ED3B-4304-8191-E579C01DBB8F}" presName="background" presStyleLbl="node0" presStyleIdx="3" presStyleCnt="6"/>
      <dgm:spPr/>
    </dgm:pt>
    <dgm:pt modelId="{0655F9EA-0E1A-4BED-87B4-F069D9204B49}" type="pres">
      <dgm:prSet presAssocID="{4637E81C-ED3B-4304-8191-E579C01DBB8F}" presName="text" presStyleLbl="fgAcc0" presStyleIdx="3" presStyleCnt="6">
        <dgm:presLayoutVars>
          <dgm:chPref val="3"/>
        </dgm:presLayoutVars>
      </dgm:prSet>
      <dgm:spPr/>
    </dgm:pt>
    <dgm:pt modelId="{6EC64966-0E46-4EE0-A934-D1CC94C6C1EF}" type="pres">
      <dgm:prSet presAssocID="{4637E81C-ED3B-4304-8191-E579C01DBB8F}" presName="hierChild2" presStyleCnt="0"/>
      <dgm:spPr/>
    </dgm:pt>
    <dgm:pt modelId="{1A63627C-DA48-43FF-BB80-30169C30EB70}" type="pres">
      <dgm:prSet presAssocID="{88C26D5D-D467-432D-9526-566E6970B612}" presName="hierRoot1" presStyleCnt="0"/>
      <dgm:spPr/>
    </dgm:pt>
    <dgm:pt modelId="{D364DD4E-6DB8-4B07-9E75-79B8DDB1F902}" type="pres">
      <dgm:prSet presAssocID="{88C26D5D-D467-432D-9526-566E6970B612}" presName="composite" presStyleCnt="0"/>
      <dgm:spPr/>
    </dgm:pt>
    <dgm:pt modelId="{804C108B-B945-4E1A-8AEA-73714D5F4915}" type="pres">
      <dgm:prSet presAssocID="{88C26D5D-D467-432D-9526-566E6970B612}" presName="background" presStyleLbl="node0" presStyleIdx="4" presStyleCnt="6"/>
      <dgm:spPr/>
    </dgm:pt>
    <dgm:pt modelId="{FCD8730F-3023-4D43-B349-3B661BE15569}" type="pres">
      <dgm:prSet presAssocID="{88C26D5D-D467-432D-9526-566E6970B612}" presName="text" presStyleLbl="fgAcc0" presStyleIdx="4" presStyleCnt="6">
        <dgm:presLayoutVars>
          <dgm:chPref val="3"/>
        </dgm:presLayoutVars>
      </dgm:prSet>
      <dgm:spPr/>
    </dgm:pt>
    <dgm:pt modelId="{8803C3BF-3D22-49E2-98A5-5A5900BC9C43}" type="pres">
      <dgm:prSet presAssocID="{88C26D5D-D467-432D-9526-566E6970B612}" presName="hierChild2" presStyleCnt="0"/>
      <dgm:spPr/>
    </dgm:pt>
    <dgm:pt modelId="{F06BB00C-D334-4CE2-BB14-C26960872CDD}" type="pres">
      <dgm:prSet presAssocID="{E465ECD6-B74F-4B1E-A2A8-7655AB9E9084}" presName="hierRoot1" presStyleCnt="0"/>
      <dgm:spPr/>
    </dgm:pt>
    <dgm:pt modelId="{F5A86D50-0AC6-4921-A10A-F8FE2E0CD004}" type="pres">
      <dgm:prSet presAssocID="{E465ECD6-B74F-4B1E-A2A8-7655AB9E9084}" presName="composite" presStyleCnt="0"/>
      <dgm:spPr/>
    </dgm:pt>
    <dgm:pt modelId="{D99BC8C5-854F-4C0B-85C1-A3901E2E5B25}" type="pres">
      <dgm:prSet presAssocID="{E465ECD6-B74F-4B1E-A2A8-7655AB9E9084}" presName="background" presStyleLbl="node0" presStyleIdx="5" presStyleCnt="6"/>
      <dgm:spPr/>
    </dgm:pt>
    <dgm:pt modelId="{A8F539BD-AB3F-4A3A-8A3A-2118FFBBC116}" type="pres">
      <dgm:prSet presAssocID="{E465ECD6-B74F-4B1E-A2A8-7655AB9E9084}" presName="text" presStyleLbl="fgAcc0" presStyleIdx="5" presStyleCnt="6">
        <dgm:presLayoutVars>
          <dgm:chPref val="3"/>
        </dgm:presLayoutVars>
      </dgm:prSet>
      <dgm:spPr/>
    </dgm:pt>
    <dgm:pt modelId="{1276546A-9770-4493-A551-51FCC71F3392}" type="pres">
      <dgm:prSet presAssocID="{E465ECD6-B74F-4B1E-A2A8-7655AB9E9084}" presName="hierChild2" presStyleCnt="0"/>
      <dgm:spPr/>
    </dgm:pt>
  </dgm:ptLst>
  <dgm:cxnLst>
    <dgm:cxn modelId="{A6AA590F-4EFC-49B5-9F95-2A2661142BBE}" srcId="{6EC4F383-4A32-4EC6-9668-74EF0B18975B}" destId="{E465ECD6-B74F-4B1E-A2A8-7655AB9E9084}" srcOrd="5" destOrd="0" parTransId="{CBF38C19-D2A4-42B8-A0B0-BAA6919DE7C4}" sibTransId="{B45E4BF5-2468-47FB-BAF3-BAFBFB38BE92}"/>
    <dgm:cxn modelId="{4FC6D318-FFA2-41FB-B77A-B4DF09F1BC32}" type="presOf" srcId="{CA31F3C0-04C8-44D6-9EE4-DB0562749E42}" destId="{D4CF1116-2DCE-4213-8375-0301575973A5}" srcOrd="0" destOrd="0" presId="urn:microsoft.com/office/officeart/2005/8/layout/hierarchy1"/>
    <dgm:cxn modelId="{59E90621-665D-4483-9BA2-5CCAE2AF170B}" type="presOf" srcId="{88C26D5D-D467-432D-9526-566E6970B612}" destId="{FCD8730F-3023-4D43-B349-3B661BE15569}" srcOrd="0" destOrd="0" presId="urn:microsoft.com/office/officeart/2005/8/layout/hierarchy1"/>
    <dgm:cxn modelId="{E1D21D5B-646A-4ED8-A1A0-58CE5C226262}" type="presOf" srcId="{B633B4C8-F94E-4449-8301-5D852358B5A7}" destId="{501FCC5A-92E0-4D89-B5A5-05013D16066C}" srcOrd="0" destOrd="0" presId="urn:microsoft.com/office/officeart/2005/8/layout/hierarchy1"/>
    <dgm:cxn modelId="{0D5F385B-99C3-42CF-B1A6-22439B47D02B}" type="presOf" srcId="{6EC4F383-4A32-4EC6-9668-74EF0B18975B}" destId="{B3ECC666-B040-4DB3-8387-41E698BEE32E}" srcOrd="0" destOrd="0" presId="urn:microsoft.com/office/officeart/2005/8/layout/hierarchy1"/>
    <dgm:cxn modelId="{C376DA60-8EBE-4C07-A791-8E855FF97B8E}" type="presOf" srcId="{2D75EA66-A219-4BCF-8FA7-076F9447BD6D}" destId="{44B1FFB5-6761-4140-967B-7CD52473FFC0}" srcOrd="0" destOrd="0" presId="urn:microsoft.com/office/officeart/2005/8/layout/hierarchy1"/>
    <dgm:cxn modelId="{CDFADD69-6BF1-4699-8DFE-0A861BA65D16}" type="presOf" srcId="{E465ECD6-B74F-4B1E-A2A8-7655AB9E9084}" destId="{A8F539BD-AB3F-4A3A-8A3A-2118FFBBC116}" srcOrd="0" destOrd="0" presId="urn:microsoft.com/office/officeart/2005/8/layout/hierarchy1"/>
    <dgm:cxn modelId="{C0934976-6FE4-475B-BFF6-EECC25D2C87E}" srcId="{6EC4F383-4A32-4EC6-9668-74EF0B18975B}" destId="{88C26D5D-D467-432D-9526-566E6970B612}" srcOrd="4" destOrd="0" parTransId="{84C004D5-8695-4693-9070-DB96474C5E75}" sibTransId="{1A5A4C28-B6F6-4C64-BF5F-6AF83F6E218B}"/>
    <dgm:cxn modelId="{384F0978-B4A1-4759-ACC1-94474B1863AA}" type="presOf" srcId="{4637E81C-ED3B-4304-8191-E579C01DBB8F}" destId="{0655F9EA-0E1A-4BED-87B4-F069D9204B49}" srcOrd="0" destOrd="0" presId="urn:microsoft.com/office/officeart/2005/8/layout/hierarchy1"/>
    <dgm:cxn modelId="{AD604F88-3A19-4217-B792-026124E02FC4}" srcId="{6EC4F383-4A32-4EC6-9668-74EF0B18975B}" destId="{CA31F3C0-04C8-44D6-9EE4-DB0562749E42}" srcOrd="1" destOrd="0" parTransId="{C3748032-2B48-467C-9677-85B5386F314B}" sibTransId="{2F6CEEC1-C8C2-4ECC-887D-57EB9BBF5511}"/>
    <dgm:cxn modelId="{E6C804A5-6A20-4A89-89D8-159B166E6293}" srcId="{6EC4F383-4A32-4EC6-9668-74EF0B18975B}" destId="{B633B4C8-F94E-4449-8301-5D852358B5A7}" srcOrd="2" destOrd="0" parTransId="{CC918D66-BCBC-4DE0-8157-B3CDEF27E303}" sibTransId="{A2F5A020-D4DB-47FB-9735-DDE582BCD14D}"/>
    <dgm:cxn modelId="{13F0F4A6-FBCF-4A74-AB80-11AA8CB9C4B2}" srcId="{6EC4F383-4A32-4EC6-9668-74EF0B18975B}" destId="{4637E81C-ED3B-4304-8191-E579C01DBB8F}" srcOrd="3" destOrd="0" parTransId="{D8342A39-1708-4F97-9A40-C1F00232B31D}" sibTransId="{8864877B-C5A0-4B5D-9D4C-DE522F19D4FF}"/>
    <dgm:cxn modelId="{1EA600D8-EDCB-4CD6-8A22-026ADC2AD31A}" srcId="{6EC4F383-4A32-4EC6-9668-74EF0B18975B}" destId="{2D75EA66-A219-4BCF-8FA7-076F9447BD6D}" srcOrd="0" destOrd="0" parTransId="{8B837760-7D8C-4FED-A038-99F9B0700676}" sibTransId="{09B8B4F4-78D5-47C6-BCE4-52EE81C7F33B}"/>
    <dgm:cxn modelId="{821C977F-7245-4CBD-9782-A25138058D2F}" type="presParOf" srcId="{B3ECC666-B040-4DB3-8387-41E698BEE32E}" destId="{C72FE66E-74E5-4995-9C86-7ADE90AFE9AF}" srcOrd="0" destOrd="0" presId="urn:microsoft.com/office/officeart/2005/8/layout/hierarchy1"/>
    <dgm:cxn modelId="{87CE8416-35B8-4AA9-8243-DF0379DAD6A1}" type="presParOf" srcId="{C72FE66E-74E5-4995-9C86-7ADE90AFE9AF}" destId="{81E047FB-80D5-400C-B8C0-F0F89E3DCEC5}" srcOrd="0" destOrd="0" presId="urn:microsoft.com/office/officeart/2005/8/layout/hierarchy1"/>
    <dgm:cxn modelId="{39A1C55D-378E-47ED-8A59-2307A8F2C685}" type="presParOf" srcId="{81E047FB-80D5-400C-B8C0-F0F89E3DCEC5}" destId="{50DB8394-8065-489B-8A0A-833B3904CF8F}" srcOrd="0" destOrd="0" presId="urn:microsoft.com/office/officeart/2005/8/layout/hierarchy1"/>
    <dgm:cxn modelId="{89C2E235-70DE-43A5-903E-E2FC7A2961D9}" type="presParOf" srcId="{81E047FB-80D5-400C-B8C0-F0F89E3DCEC5}" destId="{44B1FFB5-6761-4140-967B-7CD52473FFC0}" srcOrd="1" destOrd="0" presId="urn:microsoft.com/office/officeart/2005/8/layout/hierarchy1"/>
    <dgm:cxn modelId="{8DACF2D5-9F1F-4BAD-9273-FBF70257E9D4}" type="presParOf" srcId="{C72FE66E-74E5-4995-9C86-7ADE90AFE9AF}" destId="{68C0ACF9-6547-437F-B3B1-CD802BDBB65C}" srcOrd="1" destOrd="0" presId="urn:microsoft.com/office/officeart/2005/8/layout/hierarchy1"/>
    <dgm:cxn modelId="{CE7C52C4-454F-49E2-8A81-CAEC46858605}" type="presParOf" srcId="{B3ECC666-B040-4DB3-8387-41E698BEE32E}" destId="{A8F2C94E-086A-44AD-8BA5-3C1DF8272007}" srcOrd="1" destOrd="0" presId="urn:microsoft.com/office/officeart/2005/8/layout/hierarchy1"/>
    <dgm:cxn modelId="{B0A9B52E-51F2-42BA-A35F-13746635BC16}" type="presParOf" srcId="{A8F2C94E-086A-44AD-8BA5-3C1DF8272007}" destId="{534306BA-E762-43CF-83E5-D3E4D6964791}" srcOrd="0" destOrd="0" presId="urn:microsoft.com/office/officeart/2005/8/layout/hierarchy1"/>
    <dgm:cxn modelId="{7D5A4D2C-6B7A-466C-993E-F778BE75C472}" type="presParOf" srcId="{534306BA-E762-43CF-83E5-D3E4D6964791}" destId="{71F729D4-B262-425F-9EFF-433C8C2A00ED}" srcOrd="0" destOrd="0" presId="urn:microsoft.com/office/officeart/2005/8/layout/hierarchy1"/>
    <dgm:cxn modelId="{D896F96F-1285-4C0F-B74E-54E121FC9823}" type="presParOf" srcId="{534306BA-E762-43CF-83E5-D3E4D6964791}" destId="{D4CF1116-2DCE-4213-8375-0301575973A5}" srcOrd="1" destOrd="0" presId="urn:microsoft.com/office/officeart/2005/8/layout/hierarchy1"/>
    <dgm:cxn modelId="{0BE6CBFC-336C-4964-A6DD-CDC97FF3B4FA}" type="presParOf" srcId="{A8F2C94E-086A-44AD-8BA5-3C1DF8272007}" destId="{BBC5D6A2-420B-4534-99F6-C9989D5CD029}" srcOrd="1" destOrd="0" presId="urn:microsoft.com/office/officeart/2005/8/layout/hierarchy1"/>
    <dgm:cxn modelId="{3D0CA3B8-4F24-48D4-AD55-0F5660B8AE12}" type="presParOf" srcId="{B3ECC666-B040-4DB3-8387-41E698BEE32E}" destId="{739D2FF2-0B03-4E80-84F4-5515D1C9396E}" srcOrd="2" destOrd="0" presId="urn:microsoft.com/office/officeart/2005/8/layout/hierarchy1"/>
    <dgm:cxn modelId="{DB09FA8A-17A4-458F-A853-D02B660662D4}" type="presParOf" srcId="{739D2FF2-0B03-4E80-84F4-5515D1C9396E}" destId="{799B6F09-5394-447A-BB34-801216C8DC17}" srcOrd="0" destOrd="0" presId="urn:microsoft.com/office/officeart/2005/8/layout/hierarchy1"/>
    <dgm:cxn modelId="{004B9E36-F870-4E16-BCDA-48F6736471C0}" type="presParOf" srcId="{799B6F09-5394-447A-BB34-801216C8DC17}" destId="{C01D6B0A-6007-4CBF-A9A9-466B83FED2B4}" srcOrd="0" destOrd="0" presId="urn:microsoft.com/office/officeart/2005/8/layout/hierarchy1"/>
    <dgm:cxn modelId="{04924990-129E-4383-9F40-40E30CD75772}" type="presParOf" srcId="{799B6F09-5394-447A-BB34-801216C8DC17}" destId="{501FCC5A-92E0-4D89-B5A5-05013D16066C}" srcOrd="1" destOrd="0" presId="urn:microsoft.com/office/officeart/2005/8/layout/hierarchy1"/>
    <dgm:cxn modelId="{AF24EF0F-7B7E-4870-892E-F59273CED674}" type="presParOf" srcId="{739D2FF2-0B03-4E80-84F4-5515D1C9396E}" destId="{9CEBE2EF-2E98-44B6-92A8-69972B6EC8A7}" srcOrd="1" destOrd="0" presId="urn:microsoft.com/office/officeart/2005/8/layout/hierarchy1"/>
    <dgm:cxn modelId="{A3DB2972-B131-4F37-AC02-86E067CAD0D0}" type="presParOf" srcId="{B3ECC666-B040-4DB3-8387-41E698BEE32E}" destId="{FA49194F-8213-4563-9DAE-0FF92943C51B}" srcOrd="3" destOrd="0" presId="urn:microsoft.com/office/officeart/2005/8/layout/hierarchy1"/>
    <dgm:cxn modelId="{878B08C0-0D01-4D47-9C1D-98862A66F107}" type="presParOf" srcId="{FA49194F-8213-4563-9DAE-0FF92943C51B}" destId="{8B9D5B67-A176-41B4-B5A6-38383F373068}" srcOrd="0" destOrd="0" presId="urn:microsoft.com/office/officeart/2005/8/layout/hierarchy1"/>
    <dgm:cxn modelId="{832CB018-E54A-4D8A-9B00-6234BB0222B7}" type="presParOf" srcId="{8B9D5B67-A176-41B4-B5A6-38383F373068}" destId="{13394B8B-177A-4C1F-9F76-3767F2D0D54C}" srcOrd="0" destOrd="0" presId="urn:microsoft.com/office/officeart/2005/8/layout/hierarchy1"/>
    <dgm:cxn modelId="{BC006915-3AF4-472F-A8F3-7A0D47A2AF41}" type="presParOf" srcId="{8B9D5B67-A176-41B4-B5A6-38383F373068}" destId="{0655F9EA-0E1A-4BED-87B4-F069D9204B49}" srcOrd="1" destOrd="0" presId="urn:microsoft.com/office/officeart/2005/8/layout/hierarchy1"/>
    <dgm:cxn modelId="{40989657-A648-4DF9-BA56-552BDC39289C}" type="presParOf" srcId="{FA49194F-8213-4563-9DAE-0FF92943C51B}" destId="{6EC64966-0E46-4EE0-A934-D1CC94C6C1EF}" srcOrd="1" destOrd="0" presId="urn:microsoft.com/office/officeart/2005/8/layout/hierarchy1"/>
    <dgm:cxn modelId="{569FBAB3-17F2-4948-928B-915777DA7541}" type="presParOf" srcId="{B3ECC666-B040-4DB3-8387-41E698BEE32E}" destId="{1A63627C-DA48-43FF-BB80-30169C30EB70}" srcOrd="4" destOrd="0" presId="urn:microsoft.com/office/officeart/2005/8/layout/hierarchy1"/>
    <dgm:cxn modelId="{08E732D6-D75C-403B-AF6C-F17654CC9605}" type="presParOf" srcId="{1A63627C-DA48-43FF-BB80-30169C30EB70}" destId="{D364DD4E-6DB8-4B07-9E75-79B8DDB1F902}" srcOrd="0" destOrd="0" presId="urn:microsoft.com/office/officeart/2005/8/layout/hierarchy1"/>
    <dgm:cxn modelId="{1D46ADB0-835E-4D4C-A0D3-41DF808B2788}" type="presParOf" srcId="{D364DD4E-6DB8-4B07-9E75-79B8DDB1F902}" destId="{804C108B-B945-4E1A-8AEA-73714D5F4915}" srcOrd="0" destOrd="0" presId="urn:microsoft.com/office/officeart/2005/8/layout/hierarchy1"/>
    <dgm:cxn modelId="{3CE3381A-ADF9-450C-91FE-8A09889E30FF}" type="presParOf" srcId="{D364DD4E-6DB8-4B07-9E75-79B8DDB1F902}" destId="{FCD8730F-3023-4D43-B349-3B661BE15569}" srcOrd="1" destOrd="0" presId="urn:microsoft.com/office/officeart/2005/8/layout/hierarchy1"/>
    <dgm:cxn modelId="{DA6F08E4-F633-4212-8C04-459BA902D8EB}" type="presParOf" srcId="{1A63627C-DA48-43FF-BB80-30169C30EB70}" destId="{8803C3BF-3D22-49E2-98A5-5A5900BC9C43}" srcOrd="1" destOrd="0" presId="urn:microsoft.com/office/officeart/2005/8/layout/hierarchy1"/>
    <dgm:cxn modelId="{237F35BD-C765-433E-B388-DF4FFECD2BDB}" type="presParOf" srcId="{B3ECC666-B040-4DB3-8387-41E698BEE32E}" destId="{F06BB00C-D334-4CE2-BB14-C26960872CDD}" srcOrd="5" destOrd="0" presId="urn:microsoft.com/office/officeart/2005/8/layout/hierarchy1"/>
    <dgm:cxn modelId="{D786D82B-BCE7-4F29-9E6D-ACD88DC354AC}" type="presParOf" srcId="{F06BB00C-D334-4CE2-BB14-C26960872CDD}" destId="{F5A86D50-0AC6-4921-A10A-F8FE2E0CD004}" srcOrd="0" destOrd="0" presId="urn:microsoft.com/office/officeart/2005/8/layout/hierarchy1"/>
    <dgm:cxn modelId="{D43357EB-CEEF-4931-BB76-6C672E68625C}" type="presParOf" srcId="{F5A86D50-0AC6-4921-A10A-F8FE2E0CD004}" destId="{D99BC8C5-854F-4C0B-85C1-A3901E2E5B25}" srcOrd="0" destOrd="0" presId="urn:microsoft.com/office/officeart/2005/8/layout/hierarchy1"/>
    <dgm:cxn modelId="{50E55288-2508-4D7F-9ECF-DE8D3311C7D1}" type="presParOf" srcId="{F5A86D50-0AC6-4921-A10A-F8FE2E0CD004}" destId="{A8F539BD-AB3F-4A3A-8A3A-2118FFBBC116}" srcOrd="1" destOrd="0" presId="urn:microsoft.com/office/officeart/2005/8/layout/hierarchy1"/>
    <dgm:cxn modelId="{ED63BF6A-76DD-43B6-84CA-0B6C2C8B3C9C}" type="presParOf" srcId="{F06BB00C-D334-4CE2-BB14-C26960872CDD}" destId="{1276546A-9770-4493-A551-51FCC71F33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EC4F383-4A32-4EC6-9668-74EF0B18975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75EA66-A219-4BCF-8FA7-076F9447BD6D}">
      <dgm:prSet/>
      <dgm:spPr/>
      <dgm:t>
        <a:bodyPr/>
        <a:lstStyle/>
        <a:p>
          <a:r>
            <a:rPr lang="en-US" dirty="0"/>
            <a:t>Background</a:t>
          </a:r>
        </a:p>
      </dgm:t>
    </dgm:pt>
    <dgm:pt modelId="{8B837760-7D8C-4FED-A038-99F9B0700676}" type="parTrans" cxnId="{1EA600D8-EDCB-4CD6-8A22-026ADC2AD31A}">
      <dgm:prSet/>
      <dgm:spPr/>
      <dgm:t>
        <a:bodyPr/>
        <a:lstStyle/>
        <a:p>
          <a:endParaRPr lang="en-US"/>
        </a:p>
      </dgm:t>
    </dgm:pt>
    <dgm:pt modelId="{09B8B4F4-78D5-47C6-BCE4-52EE81C7F33B}" type="sibTrans" cxnId="{1EA600D8-EDCB-4CD6-8A22-026ADC2AD31A}">
      <dgm:prSet/>
      <dgm:spPr/>
      <dgm:t>
        <a:bodyPr/>
        <a:lstStyle/>
        <a:p>
          <a:endParaRPr lang="en-US"/>
        </a:p>
      </dgm:t>
    </dgm:pt>
    <dgm:pt modelId="{CA31F3C0-04C8-44D6-9EE4-DB0562749E42}">
      <dgm:prSet/>
      <dgm:spPr/>
      <dgm:t>
        <a:bodyPr/>
        <a:lstStyle/>
        <a:p>
          <a:r>
            <a:rPr lang="en-US"/>
            <a:t>Data Details</a:t>
          </a:r>
        </a:p>
      </dgm:t>
    </dgm:pt>
    <dgm:pt modelId="{C3748032-2B48-467C-9677-85B5386F314B}" type="parTrans" cxnId="{AD604F88-3A19-4217-B792-026124E02FC4}">
      <dgm:prSet/>
      <dgm:spPr/>
      <dgm:t>
        <a:bodyPr/>
        <a:lstStyle/>
        <a:p>
          <a:endParaRPr lang="en-US"/>
        </a:p>
      </dgm:t>
    </dgm:pt>
    <dgm:pt modelId="{2F6CEEC1-C8C2-4ECC-887D-57EB9BBF5511}" type="sibTrans" cxnId="{AD604F88-3A19-4217-B792-026124E02FC4}">
      <dgm:prSet/>
      <dgm:spPr/>
      <dgm:t>
        <a:bodyPr/>
        <a:lstStyle/>
        <a:p>
          <a:endParaRPr lang="en-US"/>
        </a:p>
      </dgm:t>
    </dgm:pt>
    <dgm:pt modelId="{B633B4C8-F94E-4449-8301-5D852358B5A7}">
      <dgm:prSet/>
      <dgm:spPr/>
      <dgm:t>
        <a:bodyPr/>
        <a:lstStyle/>
        <a:p>
          <a:r>
            <a:rPr lang="en-US"/>
            <a:t>Model Details</a:t>
          </a:r>
        </a:p>
      </dgm:t>
    </dgm:pt>
    <dgm:pt modelId="{CC918D66-BCBC-4DE0-8157-B3CDEF27E303}" type="parTrans" cxnId="{E6C804A5-6A20-4A89-89D8-159B166E6293}">
      <dgm:prSet/>
      <dgm:spPr/>
      <dgm:t>
        <a:bodyPr/>
        <a:lstStyle/>
        <a:p>
          <a:endParaRPr lang="en-US"/>
        </a:p>
      </dgm:t>
    </dgm:pt>
    <dgm:pt modelId="{A2F5A020-D4DB-47FB-9735-DDE582BCD14D}" type="sibTrans" cxnId="{E6C804A5-6A20-4A89-89D8-159B166E6293}">
      <dgm:prSet/>
      <dgm:spPr/>
      <dgm:t>
        <a:bodyPr/>
        <a:lstStyle/>
        <a:p>
          <a:endParaRPr lang="en-US"/>
        </a:p>
      </dgm:t>
    </dgm:pt>
    <dgm:pt modelId="{4637E81C-ED3B-4304-8191-E579C01DBB8F}">
      <dgm:prSet/>
      <dgm:spPr/>
      <dgm:t>
        <a:bodyPr/>
        <a:lstStyle/>
        <a:p>
          <a:r>
            <a:rPr lang="en-US" b="1" dirty="0"/>
            <a:t>Performance</a:t>
          </a:r>
        </a:p>
      </dgm:t>
    </dgm:pt>
    <dgm:pt modelId="{D8342A39-1708-4F97-9A40-C1F00232B31D}" type="parTrans" cxnId="{13F0F4A6-FBCF-4A74-AB80-11AA8CB9C4B2}">
      <dgm:prSet/>
      <dgm:spPr/>
      <dgm:t>
        <a:bodyPr/>
        <a:lstStyle/>
        <a:p>
          <a:endParaRPr lang="en-US"/>
        </a:p>
      </dgm:t>
    </dgm:pt>
    <dgm:pt modelId="{8864877B-C5A0-4B5D-9D4C-DE522F19D4FF}" type="sibTrans" cxnId="{13F0F4A6-FBCF-4A74-AB80-11AA8CB9C4B2}">
      <dgm:prSet/>
      <dgm:spPr/>
      <dgm:t>
        <a:bodyPr/>
        <a:lstStyle/>
        <a:p>
          <a:endParaRPr lang="en-US"/>
        </a:p>
      </dgm:t>
    </dgm:pt>
    <dgm:pt modelId="{88C26D5D-D467-432D-9526-566E6970B612}">
      <dgm:prSet/>
      <dgm:spPr/>
      <dgm:t>
        <a:bodyPr/>
        <a:lstStyle/>
        <a:p>
          <a:r>
            <a:rPr lang="en-US"/>
            <a:t>Limitations</a:t>
          </a:r>
        </a:p>
      </dgm:t>
    </dgm:pt>
    <dgm:pt modelId="{84C004D5-8695-4693-9070-DB96474C5E75}" type="parTrans" cxnId="{C0934976-6FE4-475B-BFF6-EECC25D2C87E}">
      <dgm:prSet/>
      <dgm:spPr/>
      <dgm:t>
        <a:bodyPr/>
        <a:lstStyle/>
        <a:p>
          <a:endParaRPr lang="en-US"/>
        </a:p>
      </dgm:t>
    </dgm:pt>
    <dgm:pt modelId="{1A5A4C28-B6F6-4C64-BF5F-6AF83F6E218B}" type="sibTrans" cxnId="{C0934976-6FE4-475B-BFF6-EECC25D2C87E}">
      <dgm:prSet/>
      <dgm:spPr/>
      <dgm:t>
        <a:bodyPr/>
        <a:lstStyle/>
        <a:p>
          <a:endParaRPr lang="en-US"/>
        </a:p>
      </dgm:t>
    </dgm:pt>
    <dgm:pt modelId="{E465ECD6-B74F-4B1E-A2A8-7655AB9E9084}">
      <dgm:prSet/>
      <dgm:spPr/>
      <dgm:t>
        <a:bodyPr/>
        <a:lstStyle/>
        <a:p>
          <a:r>
            <a:rPr lang="en-US"/>
            <a:t>Discussion</a:t>
          </a:r>
        </a:p>
      </dgm:t>
    </dgm:pt>
    <dgm:pt modelId="{CBF38C19-D2A4-42B8-A0B0-BAA6919DE7C4}" type="parTrans" cxnId="{A6AA590F-4EFC-49B5-9F95-2A2661142BBE}">
      <dgm:prSet/>
      <dgm:spPr/>
      <dgm:t>
        <a:bodyPr/>
        <a:lstStyle/>
        <a:p>
          <a:endParaRPr lang="en-US"/>
        </a:p>
      </dgm:t>
    </dgm:pt>
    <dgm:pt modelId="{B45E4BF5-2468-47FB-BAF3-BAFBFB38BE92}" type="sibTrans" cxnId="{A6AA590F-4EFC-49B5-9F95-2A2661142BBE}">
      <dgm:prSet/>
      <dgm:spPr/>
      <dgm:t>
        <a:bodyPr/>
        <a:lstStyle/>
        <a:p>
          <a:endParaRPr lang="en-US"/>
        </a:p>
      </dgm:t>
    </dgm:pt>
    <dgm:pt modelId="{B3ECC666-B040-4DB3-8387-41E698BEE32E}" type="pres">
      <dgm:prSet presAssocID="{6EC4F383-4A32-4EC6-9668-74EF0B1897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72FE66E-74E5-4995-9C86-7ADE90AFE9AF}" type="pres">
      <dgm:prSet presAssocID="{2D75EA66-A219-4BCF-8FA7-076F9447BD6D}" presName="hierRoot1" presStyleCnt="0"/>
      <dgm:spPr/>
    </dgm:pt>
    <dgm:pt modelId="{81E047FB-80D5-400C-B8C0-F0F89E3DCEC5}" type="pres">
      <dgm:prSet presAssocID="{2D75EA66-A219-4BCF-8FA7-076F9447BD6D}" presName="composite" presStyleCnt="0"/>
      <dgm:spPr/>
    </dgm:pt>
    <dgm:pt modelId="{50DB8394-8065-489B-8A0A-833B3904CF8F}" type="pres">
      <dgm:prSet presAssocID="{2D75EA66-A219-4BCF-8FA7-076F9447BD6D}" presName="background" presStyleLbl="node0" presStyleIdx="0" presStyleCnt="6"/>
      <dgm:spPr/>
    </dgm:pt>
    <dgm:pt modelId="{44B1FFB5-6761-4140-967B-7CD52473FFC0}" type="pres">
      <dgm:prSet presAssocID="{2D75EA66-A219-4BCF-8FA7-076F9447BD6D}" presName="text" presStyleLbl="fgAcc0" presStyleIdx="0" presStyleCnt="6">
        <dgm:presLayoutVars>
          <dgm:chPref val="3"/>
        </dgm:presLayoutVars>
      </dgm:prSet>
      <dgm:spPr/>
    </dgm:pt>
    <dgm:pt modelId="{68C0ACF9-6547-437F-B3B1-CD802BDBB65C}" type="pres">
      <dgm:prSet presAssocID="{2D75EA66-A219-4BCF-8FA7-076F9447BD6D}" presName="hierChild2" presStyleCnt="0"/>
      <dgm:spPr/>
    </dgm:pt>
    <dgm:pt modelId="{A8F2C94E-086A-44AD-8BA5-3C1DF8272007}" type="pres">
      <dgm:prSet presAssocID="{CA31F3C0-04C8-44D6-9EE4-DB0562749E42}" presName="hierRoot1" presStyleCnt="0"/>
      <dgm:spPr/>
    </dgm:pt>
    <dgm:pt modelId="{534306BA-E762-43CF-83E5-D3E4D6964791}" type="pres">
      <dgm:prSet presAssocID="{CA31F3C0-04C8-44D6-9EE4-DB0562749E42}" presName="composite" presStyleCnt="0"/>
      <dgm:spPr/>
    </dgm:pt>
    <dgm:pt modelId="{71F729D4-B262-425F-9EFF-433C8C2A00ED}" type="pres">
      <dgm:prSet presAssocID="{CA31F3C0-04C8-44D6-9EE4-DB0562749E42}" presName="background" presStyleLbl="node0" presStyleIdx="1" presStyleCnt="6"/>
      <dgm:spPr/>
    </dgm:pt>
    <dgm:pt modelId="{D4CF1116-2DCE-4213-8375-0301575973A5}" type="pres">
      <dgm:prSet presAssocID="{CA31F3C0-04C8-44D6-9EE4-DB0562749E42}" presName="text" presStyleLbl="fgAcc0" presStyleIdx="1" presStyleCnt="6">
        <dgm:presLayoutVars>
          <dgm:chPref val="3"/>
        </dgm:presLayoutVars>
      </dgm:prSet>
      <dgm:spPr/>
    </dgm:pt>
    <dgm:pt modelId="{BBC5D6A2-420B-4534-99F6-C9989D5CD029}" type="pres">
      <dgm:prSet presAssocID="{CA31F3C0-04C8-44D6-9EE4-DB0562749E42}" presName="hierChild2" presStyleCnt="0"/>
      <dgm:spPr/>
    </dgm:pt>
    <dgm:pt modelId="{739D2FF2-0B03-4E80-84F4-5515D1C9396E}" type="pres">
      <dgm:prSet presAssocID="{B633B4C8-F94E-4449-8301-5D852358B5A7}" presName="hierRoot1" presStyleCnt="0"/>
      <dgm:spPr/>
    </dgm:pt>
    <dgm:pt modelId="{799B6F09-5394-447A-BB34-801216C8DC17}" type="pres">
      <dgm:prSet presAssocID="{B633B4C8-F94E-4449-8301-5D852358B5A7}" presName="composite" presStyleCnt="0"/>
      <dgm:spPr/>
    </dgm:pt>
    <dgm:pt modelId="{C01D6B0A-6007-4CBF-A9A9-466B83FED2B4}" type="pres">
      <dgm:prSet presAssocID="{B633B4C8-F94E-4449-8301-5D852358B5A7}" presName="background" presStyleLbl="node0" presStyleIdx="2" presStyleCnt="6"/>
      <dgm:spPr/>
    </dgm:pt>
    <dgm:pt modelId="{501FCC5A-92E0-4D89-B5A5-05013D16066C}" type="pres">
      <dgm:prSet presAssocID="{B633B4C8-F94E-4449-8301-5D852358B5A7}" presName="text" presStyleLbl="fgAcc0" presStyleIdx="2" presStyleCnt="6">
        <dgm:presLayoutVars>
          <dgm:chPref val="3"/>
        </dgm:presLayoutVars>
      </dgm:prSet>
      <dgm:spPr/>
    </dgm:pt>
    <dgm:pt modelId="{9CEBE2EF-2E98-44B6-92A8-69972B6EC8A7}" type="pres">
      <dgm:prSet presAssocID="{B633B4C8-F94E-4449-8301-5D852358B5A7}" presName="hierChild2" presStyleCnt="0"/>
      <dgm:spPr/>
    </dgm:pt>
    <dgm:pt modelId="{FA49194F-8213-4563-9DAE-0FF92943C51B}" type="pres">
      <dgm:prSet presAssocID="{4637E81C-ED3B-4304-8191-E579C01DBB8F}" presName="hierRoot1" presStyleCnt="0"/>
      <dgm:spPr/>
    </dgm:pt>
    <dgm:pt modelId="{8B9D5B67-A176-41B4-B5A6-38383F373068}" type="pres">
      <dgm:prSet presAssocID="{4637E81C-ED3B-4304-8191-E579C01DBB8F}" presName="composite" presStyleCnt="0"/>
      <dgm:spPr/>
    </dgm:pt>
    <dgm:pt modelId="{13394B8B-177A-4C1F-9F76-3767F2D0D54C}" type="pres">
      <dgm:prSet presAssocID="{4637E81C-ED3B-4304-8191-E579C01DBB8F}" presName="background" presStyleLbl="node0" presStyleIdx="3" presStyleCnt="6"/>
      <dgm:spPr/>
    </dgm:pt>
    <dgm:pt modelId="{0655F9EA-0E1A-4BED-87B4-F069D9204B49}" type="pres">
      <dgm:prSet presAssocID="{4637E81C-ED3B-4304-8191-E579C01DBB8F}" presName="text" presStyleLbl="fgAcc0" presStyleIdx="3" presStyleCnt="6">
        <dgm:presLayoutVars>
          <dgm:chPref val="3"/>
        </dgm:presLayoutVars>
      </dgm:prSet>
      <dgm:spPr/>
    </dgm:pt>
    <dgm:pt modelId="{6EC64966-0E46-4EE0-A934-D1CC94C6C1EF}" type="pres">
      <dgm:prSet presAssocID="{4637E81C-ED3B-4304-8191-E579C01DBB8F}" presName="hierChild2" presStyleCnt="0"/>
      <dgm:spPr/>
    </dgm:pt>
    <dgm:pt modelId="{1A63627C-DA48-43FF-BB80-30169C30EB70}" type="pres">
      <dgm:prSet presAssocID="{88C26D5D-D467-432D-9526-566E6970B612}" presName="hierRoot1" presStyleCnt="0"/>
      <dgm:spPr/>
    </dgm:pt>
    <dgm:pt modelId="{D364DD4E-6DB8-4B07-9E75-79B8DDB1F902}" type="pres">
      <dgm:prSet presAssocID="{88C26D5D-D467-432D-9526-566E6970B612}" presName="composite" presStyleCnt="0"/>
      <dgm:spPr/>
    </dgm:pt>
    <dgm:pt modelId="{804C108B-B945-4E1A-8AEA-73714D5F4915}" type="pres">
      <dgm:prSet presAssocID="{88C26D5D-D467-432D-9526-566E6970B612}" presName="background" presStyleLbl="node0" presStyleIdx="4" presStyleCnt="6"/>
      <dgm:spPr/>
    </dgm:pt>
    <dgm:pt modelId="{FCD8730F-3023-4D43-B349-3B661BE15569}" type="pres">
      <dgm:prSet presAssocID="{88C26D5D-D467-432D-9526-566E6970B612}" presName="text" presStyleLbl="fgAcc0" presStyleIdx="4" presStyleCnt="6">
        <dgm:presLayoutVars>
          <dgm:chPref val="3"/>
        </dgm:presLayoutVars>
      </dgm:prSet>
      <dgm:spPr/>
    </dgm:pt>
    <dgm:pt modelId="{8803C3BF-3D22-49E2-98A5-5A5900BC9C43}" type="pres">
      <dgm:prSet presAssocID="{88C26D5D-D467-432D-9526-566E6970B612}" presName="hierChild2" presStyleCnt="0"/>
      <dgm:spPr/>
    </dgm:pt>
    <dgm:pt modelId="{F06BB00C-D334-4CE2-BB14-C26960872CDD}" type="pres">
      <dgm:prSet presAssocID="{E465ECD6-B74F-4B1E-A2A8-7655AB9E9084}" presName="hierRoot1" presStyleCnt="0"/>
      <dgm:spPr/>
    </dgm:pt>
    <dgm:pt modelId="{F5A86D50-0AC6-4921-A10A-F8FE2E0CD004}" type="pres">
      <dgm:prSet presAssocID="{E465ECD6-B74F-4B1E-A2A8-7655AB9E9084}" presName="composite" presStyleCnt="0"/>
      <dgm:spPr/>
    </dgm:pt>
    <dgm:pt modelId="{D99BC8C5-854F-4C0B-85C1-A3901E2E5B25}" type="pres">
      <dgm:prSet presAssocID="{E465ECD6-B74F-4B1E-A2A8-7655AB9E9084}" presName="background" presStyleLbl="node0" presStyleIdx="5" presStyleCnt="6"/>
      <dgm:spPr/>
    </dgm:pt>
    <dgm:pt modelId="{A8F539BD-AB3F-4A3A-8A3A-2118FFBBC116}" type="pres">
      <dgm:prSet presAssocID="{E465ECD6-B74F-4B1E-A2A8-7655AB9E9084}" presName="text" presStyleLbl="fgAcc0" presStyleIdx="5" presStyleCnt="6">
        <dgm:presLayoutVars>
          <dgm:chPref val="3"/>
        </dgm:presLayoutVars>
      </dgm:prSet>
      <dgm:spPr/>
    </dgm:pt>
    <dgm:pt modelId="{1276546A-9770-4493-A551-51FCC71F3392}" type="pres">
      <dgm:prSet presAssocID="{E465ECD6-B74F-4B1E-A2A8-7655AB9E9084}" presName="hierChild2" presStyleCnt="0"/>
      <dgm:spPr/>
    </dgm:pt>
  </dgm:ptLst>
  <dgm:cxnLst>
    <dgm:cxn modelId="{A6AA590F-4EFC-49B5-9F95-2A2661142BBE}" srcId="{6EC4F383-4A32-4EC6-9668-74EF0B18975B}" destId="{E465ECD6-B74F-4B1E-A2A8-7655AB9E9084}" srcOrd="5" destOrd="0" parTransId="{CBF38C19-D2A4-42B8-A0B0-BAA6919DE7C4}" sibTransId="{B45E4BF5-2468-47FB-BAF3-BAFBFB38BE92}"/>
    <dgm:cxn modelId="{4FC6D318-FFA2-41FB-B77A-B4DF09F1BC32}" type="presOf" srcId="{CA31F3C0-04C8-44D6-9EE4-DB0562749E42}" destId="{D4CF1116-2DCE-4213-8375-0301575973A5}" srcOrd="0" destOrd="0" presId="urn:microsoft.com/office/officeart/2005/8/layout/hierarchy1"/>
    <dgm:cxn modelId="{59E90621-665D-4483-9BA2-5CCAE2AF170B}" type="presOf" srcId="{88C26D5D-D467-432D-9526-566E6970B612}" destId="{FCD8730F-3023-4D43-B349-3B661BE15569}" srcOrd="0" destOrd="0" presId="urn:microsoft.com/office/officeart/2005/8/layout/hierarchy1"/>
    <dgm:cxn modelId="{E1D21D5B-646A-4ED8-A1A0-58CE5C226262}" type="presOf" srcId="{B633B4C8-F94E-4449-8301-5D852358B5A7}" destId="{501FCC5A-92E0-4D89-B5A5-05013D16066C}" srcOrd="0" destOrd="0" presId="urn:microsoft.com/office/officeart/2005/8/layout/hierarchy1"/>
    <dgm:cxn modelId="{0D5F385B-99C3-42CF-B1A6-22439B47D02B}" type="presOf" srcId="{6EC4F383-4A32-4EC6-9668-74EF0B18975B}" destId="{B3ECC666-B040-4DB3-8387-41E698BEE32E}" srcOrd="0" destOrd="0" presId="urn:microsoft.com/office/officeart/2005/8/layout/hierarchy1"/>
    <dgm:cxn modelId="{C376DA60-8EBE-4C07-A791-8E855FF97B8E}" type="presOf" srcId="{2D75EA66-A219-4BCF-8FA7-076F9447BD6D}" destId="{44B1FFB5-6761-4140-967B-7CD52473FFC0}" srcOrd="0" destOrd="0" presId="urn:microsoft.com/office/officeart/2005/8/layout/hierarchy1"/>
    <dgm:cxn modelId="{CDFADD69-6BF1-4699-8DFE-0A861BA65D16}" type="presOf" srcId="{E465ECD6-B74F-4B1E-A2A8-7655AB9E9084}" destId="{A8F539BD-AB3F-4A3A-8A3A-2118FFBBC116}" srcOrd="0" destOrd="0" presId="urn:microsoft.com/office/officeart/2005/8/layout/hierarchy1"/>
    <dgm:cxn modelId="{C0934976-6FE4-475B-BFF6-EECC25D2C87E}" srcId="{6EC4F383-4A32-4EC6-9668-74EF0B18975B}" destId="{88C26D5D-D467-432D-9526-566E6970B612}" srcOrd="4" destOrd="0" parTransId="{84C004D5-8695-4693-9070-DB96474C5E75}" sibTransId="{1A5A4C28-B6F6-4C64-BF5F-6AF83F6E218B}"/>
    <dgm:cxn modelId="{384F0978-B4A1-4759-ACC1-94474B1863AA}" type="presOf" srcId="{4637E81C-ED3B-4304-8191-E579C01DBB8F}" destId="{0655F9EA-0E1A-4BED-87B4-F069D9204B49}" srcOrd="0" destOrd="0" presId="urn:microsoft.com/office/officeart/2005/8/layout/hierarchy1"/>
    <dgm:cxn modelId="{AD604F88-3A19-4217-B792-026124E02FC4}" srcId="{6EC4F383-4A32-4EC6-9668-74EF0B18975B}" destId="{CA31F3C0-04C8-44D6-9EE4-DB0562749E42}" srcOrd="1" destOrd="0" parTransId="{C3748032-2B48-467C-9677-85B5386F314B}" sibTransId="{2F6CEEC1-C8C2-4ECC-887D-57EB9BBF5511}"/>
    <dgm:cxn modelId="{E6C804A5-6A20-4A89-89D8-159B166E6293}" srcId="{6EC4F383-4A32-4EC6-9668-74EF0B18975B}" destId="{B633B4C8-F94E-4449-8301-5D852358B5A7}" srcOrd="2" destOrd="0" parTransId="{CC918D66-BCBC-4DE0-8157-B3CDEF27E303}" sibTransId="{A2F5A020-D4DB-47FB-9735-DDE582BCD14D}"/>
    <dgm:cxn modelId="{13F0F4A6-FBCF-4A74-AB80-11AA8CB9C4B2}" srcId="{6EC4F383-4A32-4EC6-9668-74EF0B18975B}" destId="{4637E81C-ED3B-4304-8191-E579C01DBB8F}" srcOrd="3" destOrd="0" parTransId="{D8342A39-1708-4F97-9A40-C1F00232B31D}" sibTransId="{8864877B-C5A0-4B5D-9D4C-DE522F19D4FF}"/>
    <dgm:cxn modelId="{1EA600D8-EDCB-4CD6-8A22-026ADC2AD31A}" srcId="{6EC4F383-4A32-4EC6-9668-74EF0B18975B}" destId="{2D75EA66-A219-4BCF-8FA7-076F9447BD6D}" srcOrd="0" destOrd="0" parTransId="{8B837760-7D8C-4FED-A038-99F9B0700676}" sibTransId="{09B8B4F4-78D5-47C6-BCE4-52EE81C7F33B}"/>
    <dgm:cxn modelId="{821C977F-7245-4CBD-9782-A25138058D2F}" type="presParOf" srcId="{B3ECC666-B040-4DB3-8387-41E698BEE32E}" destId="{C72FE66E-74E5-4995-9C86-7ADE90AFE9AF}" srcOrd="0" destOrd="0" presId="urn:microsoft.com/office/officeart/2005/8/layout/hierarchy1"/>
    <dgm:cxn modelId="{87CE8416-35B8-4AA9-8243-DF0379DAD6A1}" type="presParOf" srcId="{C72FE66E-74E5-4995-9C86-7ADE90AFE9AF}" destId="{81E047FB-80D5-400C-B8C0-F0F89E3DCEC5}" srcOrd="0" destOrd="0" presId="urn:microsoft.com/office/officeart/2005/8/layout/hierarchy1"/>
    <dgm:cxn modelId="{39A1C55D-378E-47ED-8A59-2307A8F2C685}" type="presParOf" srcId="{81E047FB-80D5-400C-B8C0-F0F89E3DCEC5}" destId="{50DB8394-8065-489B-8A0A-833B3904CF8F}" srcOrd="0" destOrd="0" presId="urn:microsoft.com/office/officeart/2005/8/layout/hierarchy1"/>
    <dgm:cxn modelId="{89C2E235-70DE-43A5-903E-E2FC7A2961D9}" type="presParOf" srcId="{81E047FB-80D5-400C-B8C0-F0F89E3DCEC5}" destId="{44B1FFB5-6761-4140-967B-7CD52473FFC0}" srcOrd="1" destOrd="0" presId="urn:microsoft.com/office/officeart/2005/8/layout/hierarchy1"/>
    <dgm:cxn modelId="{8DACF2D5-9F1F-4BAD-9273-FBF70257E9D4}" type="presParOf" srcId="{C72FE66E-74E5-4995-9C86-7ADE90AFE9AF}" destId="{68C0ACF9-6547-437F-B3B1-CD802BDBB65C}" srcOrd="1" destOrd="0" presId="urn:microsoft.com/office/officeart/2005/8/layout/hierarchy1"/>
    <dgm:cxn modelId="{CE7C52C4-454F-49E2-8A81-CAEC46858605}" type="presParOf" srcId="{B3ECC666-B040-4DB3-8387-41E698BEE32E}" destId="{A8F2C94E-086A-44AD-8BA5-3C1DF8272007}" srcOrd="1" destOrd="0" presId="urn:microsoft.com/office/officeart/2005/8/layout/hierarchy1"/>
    <dgm:cxn modelId="{B0A9B52E-51F2-42BA-A35F-13746635BC16}" type="presParOf" srcId="{A8F2C94E-086A-44AD-8BA5-3C1DF8272007}" destId="{534306BA-E762-43CF-83E5-D3E4D6964791}" srcOrd="0" destOrd="0" presId="urn:microsoft.com/office/officeart/2005/8/layout/hierarchy1"/>
    <dgm:cxn modelId="{7D5A4D2C-6B7A-466C-993E-F778BE75C472}" type="presParOf" srcId="{534306BA-E762-43CF-83E5-D3E4D6964791}" destId="{71F729D4-B262-425F-9EFF-433C8C2A00ED}" srcOrd="0" destOrd="0" presId="urn:microsoft.com/office/officeart/2005/8/layout/hierarchy1"/>
    <dgm:cxn modelId="{D896F96F-1285-4C0F-B74E-54E121FC9823}" type="presParOf" srcId="{534306BA-E762-43CF-83E5-D3E4D6964791}" destId="{D4CF1116-2DCE-4213-8375-0301575973A5}" srcOrd="1" destOrd="0" presId="urn:microsoft.com/office/officeart/2005/8/layout/hierarchy1"/>
    <dgm:cxn modelId="{0BE6CBFC-336C-4964-A6DD-CDC97FF3B4FA}" type="presParOf" srcId="{A8F2C94E-086A-44AD-8BA5-3C1DF8272007}" destId="{BBC5D6A2-420B-4534-99F6-C9989D5CD029}" srcOrd="1" destOrd="0" presId="urn:microsoft.com/office/officeart/2005/8/layout/hierarchy1"/>
    <dgm:cxn modelId="{3D0CA3B8-4F24-48D4-AD55-0F5660B8AE12}" type="presParOf" srcId="{B3ECC666-B040-4DB3-8387-41E698BEE32E}" destId="{739D2FF2-0B03-4E80-84F4-5515D1C9396E}" srcOrd="2" destOrd="0" presId="urn:microsoft.com/office/officeart/2005/8/layout/hierarchy1"/>
    <dgm:cxn modelId="{DB09FA8A-17A4-458F-A853-D02B660662D4}" type="presParOf" srcId="{739D2FF2-0B03-4E80-84F4-5515D1C9396E}" destId="{799B6F09-5394-447A-BB34-801216C8DC17}" srcOrd="0" destOrd="0" presId="urn:microsoft.com/office/officeart/2005/8/layout/hierarchy1"/>
    <dgm:cxn modelId="{004B9E36-F870-4E16-BCDA-48F6736471C0}" type="presParOf" srcId="{799B6F09-5394-447A-BB34-801216C8DC17}" destId="{C01D6B0A-6007-4CBF-A9A9-466B83FED2B4}" srcOrd="0" destOrd="0" presId="urn:microsoft.com/office/officeart/2005/8/layout/hierarchy1"/>
    <dgm:cxn modelId="{04924990-129E-4383-9F40-40E30CD75772}" type="presParOf" srcId="{799B6F09-5394-447A-BB34-801216C8DC17}" destId="{501FCC5A-92E0-4D89-B5A5-05013D16066C}" srcOrd="1" destOrd="0" presId="urn:microsoft.com/office/officeart/2005/8/layout/hierarchy1"/>
    <dgm:cxn modelId="{AF24EF0F-7B7E-4870-892E-F59273CED674}" type="presParOf" srcId="{739D2FF2-0B03-4E80-84F4-5515D1C9396E}" destId="{9CEBE2EF-2E98-44B6-92A8-69972B6EC8A7}" srcOrd="1" destOrd="0" presId="urn:microsoft.com/office/officeart/2005/8/layout/hierarchy1"/>
    <dgm:cxn modelId="{A3DB2972-B131-4F37-AC02-86E067CAD0D0}" type="presParOf" srcId="{B3ECC666-B040-4DB3-8387-41E698BEE32E}" destId="{FA49194F-8213-4563-9DAE-0FF92943C51B}" srcOrd="3" destOrd="0" presId="urn:microsoft.com/office/officeart/2005/8/layout/hierarchy1"/>
    <dgm:cxn modelId="{878B08C0-0D01-4D47-9C1D-98862A66F107}" type="presParOf" srcId="{FA49194F-8213-4563-9DAE-0FF92943C51B}" destId="{8B9D5B67-A176-41B4-B5A6-38383F373068}" srcOrd="0" destOrd="0" presId="urn:microsoft.com/office/officeart/2005/8/layout/hierarchy1"/>
    <dgm:cxn modelId="{832CB018-E54A-4D8A-9B00-6234BB0222B7}" type="presParOf" srcId="{8B9D5B67-A176-41B4-B5A6-38383F373068}" destId="{13394B8B-177A-4C1F-9F76-3767F2D0D54C}" srcOrd="0" destOrd="0" presId="urn:microsoft.com/office/officeart/2005/8/layout/hierarchy1"/>
    <dgm:cxn modelId="{BC006915-3AF4-472F-A8F3-7A0D47A2AF41}" type="presParOf" srcId="{8B9D5B67-A176-41B4-B5A6-38383F373068}" destId="{0655F9EA-0E1A-4BED-87B4-F069D9204B49}" srcOrd="1" destOrd="0" presId="urn:microsoft.com/office/officeart/2005/8/layout/hierarchy1"/>
    <dgm:cxn modelId="{40989657-A648-4DF9-BA56-552BDC39289C}" type="presParOf" srcId="{FA49194F-8213-4563-9DAE-0FF92943C51B}" destId="{6EC64966-0E46-4EE0-A934-D1CC94C6C1EF}" srcOrd="1" destOrd="0" presId="urn:microsoft.com/office/officeart/2005/8/layout/hierarchy1"/>
    <dgm:cxn modelId="{569FBAB3-17F2-4948-928B-915777DA7541}" type="presParOf" srcId="{B3ECC666-B040-4DB3-8387-41E698BEE32E}" destId="{1A63627C-DA48-43FF-BB80-30169C30EB70}" srcOrd="4" destOrd="0" presId="urn:microsoft.com/office/officeart/2005/8/layout/hierarchy1"/>
    <dgm:cxn modelId="{08E732D6-D75C-403B-AF6C-F17654CC9605}" type="presParOf" srcId="{1A63627C-DA48-43FF-BB80-30169C30EB70}" destId="{D364DD4E-6DB8-4B07-9E75-79B8DDB1F902}" srcOrd="0" destOrd="0" presId="urn:microsoft.com/office/officeart/2005/8/layout/hierarchy1"/>
    <dgm:cxn modelId="{1D46ADB0-835E-4D4C-A0D3-41DF808B2788}" type="presParOf" srcId="{D364DD4E-6DB8-4B07-9E75-79B8DDB1F902}" destId="{804C108B-B945-4E1A-8AEA-73714D5F4915}" srcOrd="0" destOrd="0" presId="urn:microsoft.com/office/officeart/2005/8/layout/hierarchy1"/>
    <dgm:cxn modelId="{3CE3381A-ADF9-450C-91FE-8A09889E30FF}" type="presParOf" srcId="{D364DD4E-6DB8-4B07-9E75-79B8DDB1F902}" destId="{FCD8730F-3023-4D43-B349-3B661BE15569}" srcOrd="1" destOrd="0" presId="urn:microsoft.com/office/officeart/2005/8/layout/hierarchy1"/>
    <dgm:cxn modelId="{DA6F08E4-F633-4212-8C04-459BA902D8EB}" type="presParOf" srcId="{1A63627C-DA48-43FF-BB80-30169C30EB70}" destId="{8803C3BF-3D22-49E2-98A5-5A5900BC9C43}" srcOrd="1" destOrd="0" presId="urn:microsoft.com/office/officeart/2005/8/layout/hierarchy1"/>
    <dgm:cxn modelId="{237F35BD-C765-433E-B388-DF4FFECD2BDB}" type="presParOf" srcId="{B3ECC666-B040-4DB3-8387-41E698BEE32E}" destId="{F06BB00C-D334-4CE2-BB14-C26960872CDD}" srcOrd="5" destOrd="0" presId="urn:microsoft.com/office/officeart/2005/8/layout/hierarchy1"/>
    <dgm:cxn modelId="{D786D82B-BCE7-4F29-9E6D-ACD88DC354AC}" type="presParOf" srcId="{F06BB00C-D334-4CE2-BB14-C26960872CDD}" destId="{F5A86D50-0AC6-4921-A10A-F8FE2E0CD004}" srcOrd="0" destOrd="0" presId="urn:microsoft.com/office/officeart/2005/8/layout/hierarchy1"/>
    <dgm:cxn modelId="{D43357EB-CEEF-4931-BB76-6C672E68625C}" type="presParOf" srcId="{F5A86D50-0AC6-4921-A10A-F8FE2E0CD004}" destId="{D99BC8C5-854F-4C0B-85C1-A3901E2E5B25}" srcOrd="0" destOrd="0" presId="urn:microsoft.com/office/officeart/2005/8/layout/hierarchy1"/>
    <dgm:cxn modelId="{50E55288-2508-4D7F-9ECF-DE8D3311C7D1}" type="presParOf" srcId="{F5A86D50-0AC6-4921-A10A-F8FE2E0CD004}" destId="{A8F539BD-AB3F-4A3A-8A3A-2118FFBBC116}" srcOrd="1" destOrd="0" presId="urn:microsoft.com/office/officeart/2005/8/layout/hierarchy1"/>
    <dgm:cxn modelId="{ED63BF6A-76DD-43B6-84CA-0B6C2C8B3C9C}" type="presParOf" srcId="{F06BB00C-D334-4CE2-BB14-C26960872CDD}" destId="{1276546A-9770-4493-A551-51FCC71F33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EC4F383-4A32-4EC6-9668-74EF0B18975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75EA66-A219-4BCF-8FA7-076F9447BD6D}">
      <dgm:prSet/>
      <dgm:spPr/>
      <dgm:t>
        <a:bodyPr/>
        <a:lstStyle/>
        <a:p>
          <a:r>
            <a:rPr lang="en-US" dirty="0"/>
            <a:t>Background</a:t>
          </a:r>
        </a:p>
      </dgm:t>
    </dgm:pt>
    <dgm:pt modelId="{8B837760-7D8C-4FED-A038-99F9B0700676}" type="parTrans" cxnId="{1EA600D8-EDCB-4CD6-8A22-026ADC2AD31A}">
      <dgm:prSet/>
      <dgm:spPr/>
      <dgm:t>
        <a:bodyPr/>
        <a:lstStyle/>
        <a:p>
          <a:endParaRPr lang="en-US"/>
        </a:p>
      </dgm:t>
    </dgm:pt>
    <dgm:pt modelId="{09B8B4F4-78D5-47C6-BCE4-52EE81C7F33B}" type="sibTrans" cxnId="{1EA600D8-EDCB-4CD6-8A22-026ADC2AD31A}">
      <dgm:prSet/>
      <dgm:spPr/>
      <dgm:t>
        <a:bodyPr/>
        <a:lstStyle/>
        <a:p>
          <a:endParaRPr lang="en-US"/>
        </a:p>
      </dgm:t>
    </dgm:pt>
    <dgm:pt modelId="{CA31F3C0-04C8-44D6-9EE4-DB0562749E42}">
      <dgm:prSet/>
      <dgm:spPr/>
      <dgm:t>
        <a:bodyPr/>
        <a:lstStyle/>
        <a:p>
          <a:r>
            <a:rPr lang="en-US"/>
            <a:t>Data Details</a:t>
          </a:r>
        </a:p>
      </dgm:t>
    </dgm:pt>
    <dgm:pt modelId="{C3748032-2B48-467C-9677-85B5386F314B}" type="parTrans" cxnId="{AD604F88-3A19-4217-B792-026124E02FC4}">
      <dgm:prSet/>
      <dgm:spPr/>
      <dgm:t>
        <a:bodyPr/>
        <a:lstStyle/>
        <a:p>
          <a:endParaRPr lang="en-US"/>
        </a:p>
      </dgm:t>
    </dgm:pt>
    <dgm:pt modelId="{2F6CEEC1-C8C2-4ECC-887D-57EB9BBF5511}" type="sibTrans" cxnId="{AD604F88-3A19-4217-B792-026124E02FC4}">
      <dgm:prSet/>
      <dgm:spPr/>
      <dgm:t>
        <a:bodyPr/>
        <a:lstStyle/>
        <a:p>
          <a:endParaRPr lang="en-US"/>
        </a:p>
      </dgm:t>
    </dgm:pt>
    <dgm:pt modelId="{B633B4C8-F94E-4449-8301-5D852358B5A7}">
      <dgm:prSet/>
      <dgm:spPr/>
      <dgm:t>
        <a:bodyPr/>
        <a:lstStyle/>
        <a:p>
          <a:r>
            <a:rPr lang="en-US"/>
            <a:t>Model Details</a:t>
          </a:r>
        </a:p>
      </dgm:t>
    </dgm:pt>
    <dgm:pt modelId="{CC918D66-BCBC-4DE0-8157-B3CDEF27E303}" type="parTrans" cxnId="{E6C804A5-6A20-4A89-89D8-159B166E6293}">
      <dgm:prSet/>
      <dgm:spPr/>
      <dgm:t>
        <a:bodyPr/>
        <a:lstStyle/>
        <a:p>
          <a:endParaRPr lang="en-US"/>
        </a:p>
      </dgm:t>
    </dgm:pt>
    <dgm:pt modelId="{A2F5A020-D4DB-47FB-9735-DDE582BCD14D}" type="sibTrans" cxnId="{E6C804A5-6A20-4A89-89D8-159B166E6293}">
      <dgm:prSet/>
      <dgm:spPr/>
      <dgm:t>
        <a:bodyPr/>
        <a:lstStyle/>
        <a:p>
          <a:endParaRPr lang="en-US"/>
        </a:p>
      </dgm:t>
    </dgm:pt>
    <dgm:pt modelId="{4637E81C-ED3B-4304-8191-E579C01DBB8F}">
      <dgm:prSet/>
      <dgm:spPr/>
      <dgm:t>
        <a:bodyPr/>
        <a:lstStyle/>
        <a:p>
          <a:r>
            <a:rPr lang="en-US" b="0" dirty="0"/>
            <a:t>Performance</a:t>
          </a:r>
        </a:p>
      </dgm:t>
    </dgm:pt>
    <dgm:pt modelId="{D8342A39-1708-4F97-9A40-C1F00232B31D}" type="parTrans" cxnId="{13F0F4A6-FBCF-4A74-AB80-11AA8CB9C4B2}">
      <dgm:prSet/>
      <dgm:spPr/>
      <dgm:t>
        <a:bodyPr/>
        <a:lstStyle/>
        <a:p>
          <a:endParaRPr lang="en-US"/>
        </a:p>
      </dgm:t>
    </dgm:pt>
    <dgm:pt modelId="{8864877B-C5A0-4B5D-9D4C-DE522F19D4FF}" type="sibTrans" cxnId="{13F0F4A6-FBCF-4A74-AB80-11AA8CB9C4B2}">
      <dgm:prSet/>
      <dgm:spPr/>
      <dgm:t>
        <a:bodyPr/>
        <a:lstStyle/>
        <a:p>
          <a:endParaRPr lang="en-US"/>
        </a:p>
      </dgm:t>
    </dgm:pt>
    <dgm:pt modelId="{88C26D5D-D467-432D-9526-566E6970B612}">
      <dgm:prSet/>
      <dgm:spPr/>
      <dgm:t>
        <a:bodyPr/>
        <a:lstStyle/>
        <a:p>
          <a:r>
            <a:rPr lang="en-US" b="1" dirty="0"/>
            <a:t>Limitations</a:t>
          </a:r>
        </a:p>
      </dgm:t>
    </dgm:pt>
    <dgm:pt modelId="{84C004D5-8695-4693-9070-DB96474C5E75}" type="parTrans" cxnId="{C0934976-6FE4-475B-BFF6-EECC25D2C87E}">
      <dgm:prSet/>
      <dgm:spPr/>
      <dgm:t>
        <a:bodyPr/>
        <a:lstStyle/>
        <a:p>
          <a:endParaRPr lang="en-US"/>
        </a:p>
      </dgm:t>
    </dgm:pt>
    <dgm:pt modelId="{1A5A4C28-B6F6-4C64-BF5F-6AF83F6E218B}" type="sibTrans" cxnId="{C0934976-6FE4-475B-BFF6-EECC25D2C87E}">
      <dgm:prSet/>
      <dgm:spPr/>
      <dgm:t>
        <a:bodyPr/>
        <a:lstStyle/>
        <a:p>
          <a:endParaRPr lang="en-US"/>
        </a:p>
      </dgm:t>
    </dgm:pt>
    <dgm:pt modelId="{E465ECD6-B74F-4B1E-A2A8-7655AB9E9084}">
      <dgm:prSet/>
      <dgm:spPr/>
      <dgm:t>
        <a:bodyPr/>
        <a:lstStyle/>
        <a:p>
          <a:r>
            <a:rPr lang="en-US"/>
            <a:t>Discussion</a:t>
          </a:r>
        </a:p>
      </dgm:t>
    </dgm:pt>
    <dgm:pt modelId="{CBF38C19-D2A4-42B8-A0B0-BAA6919DE7C4}" type="parTrans" cxnId="{A6AA590F-4EFC-49B5-9F95-2A2661142BBE}">
      <dgm:prSet/>
      <dgm:spPr/>
      <dgm:t>
        <a:bodyPr/>
        <a:lstStyle/>
        <a:p>
          <a:endParaRPr lang="en-US"/>
        </a:p>
      </dgm:t>
    </dgm:pt>
    <dgm:pt modelId="{B45E4BF5-2468-47FB-BAF3-BAFBFB38BE92}" type="sibTrans" cxnId="{A6AA590F-4EFC-49B5-9F95-2A2661142BBE}">
      <dgm:prSet/>
      <dgm:spPr/>
      <dgm:t>
        <a:bodyPr/>
        <a:lstStyle/>
        <a:p>
          <a:endParaRPr lang="en-US"/>
        </a:p>
      </dgm:t>
    </dgm:pt>
    <dgm:pt modelId="{B3ECC666-B040-4DB3-8387-41E698BEE32E}" type="pres">
      <dgm:prSet presAssocID="{6EC4F383-4A32-4EC6-9668-74EF0B1897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72FE66E-74E5-4995-9C86-7ADE90AFE9AF}" type="pres">
      <dgm:prSet presAssocID="{2D75EA66-A219-4BCF-8FA7-076F9447BD6D}" presName="hierRoot1" presStyleCnt="0"/>
      <dgm:spPr/>
    </dgm:pt>
    <dgm:pt modelId="{81E047FB-80D5-400C-B8C0-F0F89E3DCEC5}" type="pres">
      <dgm:prSet presAssocID="{2D75EA66-A219-4BCF-8FA7-076F9447BD6D}" presName="composite" presStyleCnt="0"/>
      <dgm:spPr/>
    </dgm:pt>
    <dgm:pt modelId="{50DB8394-8065-489B-8A0A-833B3904CF8F}" type="pres">
      <dgm:prSet presAssocID="{2D75EA66-A219-4BCF-8FA7-076F9447BD6D}" presName="background" presStyleLbl="node0" presStyleIdx="0" presStyleCnt="6"/>
      <dgm:spPr/>
    </dgm:pt>
    <dgm:pt modelId="{44B1FFB5-6761-4140-967B-7CD52473FFC0}" type="pres">
      <dgm:prSet presAssocID="{2D75EA66-A219-4BCF-8FA7-076F9447BD6D}" presName="text" presStyleLbl="fgAcc0" presStyleIdx="0" presStyleCnt="6">
        <dgm:presLayoutVars>
          <dgm:chPref val="3"/>
        </dgm:presLayoutVars>
      </dgm:prSet>
      <dgm:spPr/>
    </dgm:pt>
    <dgm:pt modelId="{68C0ACF9-6547-437F-B3B1-CD802BDBB65C}" type="pres">
      <dgm:prSet presAssocID="{2D75EA66-A219-4BCF-8FA7-076F9447BD6D}" presName="hierChild2" presStyleCnt="0"/>
      <dgm:spPr/>
    </dgm:pt>
    <dgm:pt modelId="{A8F2C94E-086A-44AD-8BA5-3C1DF8272007}" type="pres">
      <dgm:prSet presAssocID="{CA31F3C0-04C8-44D6-9EE4-DB0562749E42}" presName="hierRoot1" presStyleCnt="0"/>
      <dgm:spPr/>
    </dgm:pt>
    <dgm:pt modelId="{534306BA-E762-43CF-83E5-D3E4D6964791}" type="pres">
      <dgm:prSet presAssocID="{CA31F3C0-04C8-44D6-9EE4-DB0562749E42}" presName="composite" presStyleCnt="0"/>
      <dgm:spPr/>
    </dgm:pt>
    <dgm:pt modelId="{71F729D4-B262-425F-9EFF-433C8C2A00ED}" type="pres">
      <dgm:prSet presAssocID="{CA31F3C0-04C8-44D6-9EE4-DB0562749E42}" presName="background" presStyleLbl="node0" presStyleIdx="1" presStyleCnt="6"/>
      <dgm:spPr/>
    </dgm:pt>
    <dgm:pt modelId="{D4CF1116-2DCE-4213-8375-0301575973A5}" type="pres">
      <dgm:prSet presAssocID="{CA31F3C0-04C8-44D6-9EE4-DB0562749E42}" presName="text" presStyleLbl="fgAcc0" presStyleIdx="1" presStyleCnt="6" custLinFactNeighborX="2291" custLinFactNeighborY="-1203">
        <dgm:presLayoutVars>
          <dgm:chPref val="3"/>
        </dgm:presLayoutVars>
      </dgm:prSet>
      <dgm:spPr/>
    </dgm:pt>
    <dgm:pt modelId="{BBC5D6A2-420B-4534-99F6-C9989D5CD029}" type="pres">
      <dgm:prSet presAssocID="{CA31F3C0-04C8-44D6-9EE4-DB0562749E42}" presName="hierChild2" presStyleCnt="0"/>
      <dgm:spPr/>
    </dgm:pt>
    <dgm:pt modelId="{739D2FF2-0B03-4E80-84F4-5515D1C9396E}" type="pres">
      <dgm:prSet presAssocID="{B633B4C8-F94E-4449-8301-5D852358B5A7}" presName="hierRoot1" presStyleCnt="0"/>
      <dgm:spPr/>
    </dgm:pt>
    <dgm:pt modelId="{799B6F09-5394-447A-BB34-801216C8DC17}" type="pres">
      <dgm:prSet presAssocID="{B633B4C8-F94E-4449-8301-5D852358B5A7}" presName="composite" presStyleCnt="0"/>
      <dgm:spPr/>
    </dgm:pt>
    <dgm:pt modelId="{C01D6B0A-6007-4CBF-A9A9-466B83FED2B4}" type="pres">
      <dgm:prSet presAssocID="{B633B4C8-F94E-4449-8301-5D852358B5A7}" presName="background" presStyleLbl="node0" presStyleIdx="2" presStyleCnt="6"/>
      <dgm:spPr/>
    </dgm:pt>
    <dgm:pt modelId="{501FCC5A-92E0-4D89-B5A5-05013D16066C}" type="pres">
      <dgm:prSet presAssocID="{B633B4C8-F94E-4449-8301-5D852358B5A7}" presName="text" presStyleLbl="fgAcc0" presStyleIdx="2" presStyleCnt="6">
        <dgm:presLayoutVars>
          <dgm:chPref val="3"/>
        </dgm:presLayoutVars>
      </dgm:prSet>
      <dgm:spPr/>
    </dgm:pt>
    <dgm:pt modelId="{9CEBE2EF-2E98-44B6-92A8-69972B6EC8A7}" type="pres">
      <dgm:prSet presAssocID="{B633B4C8-F94E-4449-8301-5D852358B5A7}" presName="hierChild2" presStyleCnt="0"/>
      <dgm:spPr/>
    </dgm:pt>
    <dgm:pt modelId="{FA49194F-8213-4563-9DAE-0FF92943C51B}" type="pres">
      <dgm:prSet presAssocID="{4637E81C-ED3B-4304-8191-E579C01DBB8F}" presName="hierRoot1" presStyleCnt="0"/>
      <dgm:spPr/>
    </dgm:pt>
    <dgm:pt modelId="{8B9D5B67-A176-41B4-B5A6-38383F373068}" type="pres">
      <dgm:prSet presAssocID="{4637E81C-ED3B-4304-8191-E579C01DBB8F}" presName="composite" presStyleCnt="0"/>
      <dgm:spPr/>
    </dgm:pt>
    <dgm:pt modelId="{13394B8B-177A-4C1F-9F76-3767F2D0D54C}" type="pres">
      <dgm:prSet presAssocID="{4637E81C-ED3B-4304-8191-E579C01DBB8F}" presName="background" presStyleLbl="node0" presStyleIdx="3" presStyleCnt="6"/>
      <dgm:spPr/>
    </dgm:pt>
    <dgm:pt modelId="{0655F9EA-0E1A-4BED-87B4-F069D9204B49}" type="pres">
      <dgm:prSet presAssocID="{4637E81C-ED3B-4304-8191-E579C01DBB8F}" presName="text" presStyleLbl="fgAcc0" presStyleIdx="3" presStyleCnt="6">
        <dgm:presLayoutVars>
          <dgm:chPref val="3"/>
        </dgm:presLayoutVars>
      </dgm:prSet>
      <dgm:spPr/>
    </dgm:pt>
    <dgm:pt modelId="{6EC64966-0E46-4EE0-A934-D1CC94C6C1EF}" type="pres">
      <dgm:prSet presAssocID="{4637E81C-ED3B-4304-8191-E579C01DBB8F}" presName="hierChild2" presStyleCnt="0"/>
      <dgm:spPr/>
    </dgm:pt>
    <dgm:pt modelId="{1A63627C-DA48-43FF-BB80-30169C30EB70}" type="pres">
      <dgm:prSet presAssocID="{88C26D5D-D467-432D-9526-566E6970B612}" presName="hierRoot1" presStyleCnt="0"/>
      <dgm:spPr/>
    </dgm:pt>
    <dgm:pt modelId="{D364DD4E-6DB8-4B07-9E75-79B8DDB1F902}" type="pres">
      <dgm:prSet presAssocID="{88C26D5D-D467-432D-9526-566E6970B612}" presName="composite" presStyleCnt="0"/>
      <dgm:spPr/>
    </dgm:pt>
    <dgm:pt modelId="{804C108B-B945-4E1A-8AEA-73714D5F4915}" type="pres">
      <dgm:prSet presAssocID="{88C26D5D-D467-432D-9526-566E6970B612}" presName="background" presStyleLbl="node0" presStyleIdx="4" presStyleCnt="6"/>
      <dgm:spPr/>
    </dgm:pt>
    <dgm:pt modelId="{FCD8730F-3023-4D43-B349-3B661BE15569}" type="pres">
      <dgm:prSet presAssocID="{88C26D5D-D467-432D-9526-566E6970B612}" presName="text" presStyleLbl="fgAcc0" presStyleIdx="4" presStyleCnt="6">
        <dgm:presLayoutVars>
          <dgm:chPref val="3"/>
        </dgm:presLayoutVars>
      </dgm:prSet>
      <dgm:spPr/>
    </dgm:pt>
    <dgm:pt modelId="{8803C3BF-3D22-49E2-98A5-5A5900BC9C43}" type="pres">
      <dgm:prSet presAssocID="{88C26D5D-D467-432D-9526-566E6970B612}" presName="hierChild2" presStyleCnt="0"/>
      <dgm:spPr/>
    </dgm:pt>
    <dgm:pt modelId="{F06BB00C-D334-4CE2-BB14-C26960872CDD}" type="pres">
      <dgm:prSet presAssocID="{E465ECD6-B74F-4B1E-A2A8-7655AB9E9084}" presName="hierRoot1" presStyleCnt="0"/>
      <dgm:spPr/>
    </dgm:pt>
    <dgm:pt modelId="{F5A86D50-0AC6-4921-A10A-F8FE2E0CD004}" type="pres">
      <dgm:prSet presAssocID="{E465ECD6-B74F-4B1E-A2A8-7655AB9E9084}" presName="composite" presStyleCnt="0"/>
      <dgm:spPr/>
    </dgm:pt>
    <dgm:pt modelId="{D99BC8C5-854F-4C0B-85C1-A3901E2E5B25}" type="pres">
      <dgm:prSet presAssocID="{E465ECD6-B74F-4B1E-A2A8-7655AB9E9084}" presName="background" presStyleLbl="node0" presStyleIdx="5" presStyleCnt="6"/>
      <dgm:spPr/>
    </dgm:pt>
    <dgm:pt modelId="{A8F539BD-AB3F-4A3A-8A3A-2118FFBBC116}" type="pres">
      <dgm:prSet presAssocID="{E465ECD6-B74F-4B1E-A2A8-7655AB9E9084}" presName="text" presStyleLbl="fgAcc0" presStyleIdx="5" presStyleCnt="6">
        <dgm:presLayoutVars>
          <dgm:chPref val="3"/>
        </dgm:presLayoutVars>
      </dgm:prSet>
      <dgm:spPr/>
    </dgm:pt>
    <dgm:pt modelId="{1276546A-9770-4493-A551-51FCC71F3392}" type="pres">
      <dgm:prSet presAssocID="{E465ECD6-B74F-4B1E-A2A8-7655AB9E9084}" presName="hierChild2" presStyleCnt="0"/>
      <dgm:spPr/>
    </dgm:pt>
  </dgm:ptLst>
  <dgm:cxnLst>
    <dgm:cxn modelId="{A6AA590F-4EFC-49B5-9F95-2A2661142BBE}" srcId="{6EC4F383-4A32-4EC6-9668-74EF0B18975B}" destId="{E465ECD6-B74F-4B1E-A2A8-7655AB9E9084}" srcOrd="5" destOrd="0" parTransId="{CBF38C19-D2A4-42B8-A0B0-BAA6919DE7C4}" sibTransId="{B45E4BF5-2468-47FB-BAF3-BAFBFB38BE92}"/>
    <dgm:cxn modelId="{4FC6D318-FFA2-41FB-B77A-B4DF09F1BC32}" type="presOf" srcId="{CA31F3C0-04C8-44D6-9EE4-DB0562749E42}" destId="{D4CF1116-2DCE-4213-8375-0301575973A5}" srcOrd="0" destOrd="0" presId="urn:microsoft.com/office/officeart/2005/8/layout/hierarchy1"/>
    <dgm:cxn modelId="{59E90621-665D-4483-9BA2-5CCAE2AF170B}" type="presOf" srcId="{88C26D5D-D467-432D-9526-566E6970B612}" destId="{FCD8730F-3023-4D43-B349-3B661BE15569}" srcOrd="0" destOrd="0" presId="urn:microsoft.com/office/officeart/2005/8/layout/hierarchy1"/>
    <dgm:cxn modelId="{E1D21D5B-646A-4ED8-A1A0-58CE5C226262}" type="presOf" srcId="{B633B4C8-F94E-4449-8301-5D852358B5A7}" destId="{501FCC5A-92E0-4D89-B5A5-05013D16066C}" srcOrd="0" destOrd="0" presId="urn:microsoft.com/office/officeart/2005/8/layout/hierarchy1"/>
    <dgm:cxn modelId="{0D5F385B-99C3-42CF-B1A6-22439B47D02B}" type="presOf" srcId="{6EC4F383-4A32-4EC6-9668-74EF0B18975B}" destId="{B3ECC666-B040-4DB3-8387-41E698BEE32E}" srcOrd="0" destOrd="0" presId="urn:microsoft.com/office/officeart/2005/8/layout/hierarchy1"/>
    <dgm:cxn modelId="{C376DA60-8EBE-4C07-A791-8E855FF97B8E}" type="presOf" srcId="{2D75EA66-A219-4BCF-8FA7-076F9447BD6D}" destId="{44B1FFB5-6761-4140-967B-7CD52473FFC0}" srcOrd="0" destOrd="0" presId="urn:microsoft.com/office/officeart/2005/8/layout/hierarchy1"/>
    <dgm:cxn modelId="{CDFADD69-6BF1-4699-8DFE-0A861BA65D16}" type="presOf" srcId="{E465ECD6-B74F-4B1E-A2A8-7655AB9E9084}" destId="{A8F539BD-AB3F-4A3A-8A3A-2118FFBBC116}" srcOrd="0" destOrd="0" presId="urn:microsoft.com/office/officeart/2005/8/layout/hierarchy1"/>
    <dgm:cxn modelId="{C0934976-6FE4-475B-BFF6-EECC25D2C87E}" srcId="{6EC4F383-4A32-4EC6-9668-74EF0B18975B}" destId="{88C26D5D-D467-432D-9526-566E6970B612}" srcOrd="4" destOrd="0" parTransId="{84C004D5-8695-4693-9070-DB96474C5E75}" sibTransId="{1A5A4C28-B6F6-4C64-BF5F-6AF83F6E218B}"/>
    <dgm:cxn modelId="{384F0978-B4A1-4759-ACC1-94474B1863AA}" type="presOf" srcId="{4637E81C-ED3B-4304-8191-E579C01DBB8F}" destId="{0655F9EA-0E1A-4BED-87B4-F069D9204B49}" srcOrd="0" destOrd="0" presId="urn:microsoft.com/office/officeart/2005/8/layout/hierarchy1"/>
    <dgm:cxn modelId="{AD604F88-3A19-4217-B792-026124E02FC4}" srcId="{6EC4F383-4A32-4EC6-9668-74EF0B18975B}" destId="{CA31F3C0-04C8-44D6-9EE4-DB0562749E42}" srcOrd="1" destOrd="0" parTransId="{C3748032-2B48-467C-9677-85B5386F314B}" sibTransId="{2F6CEEC1-C8C2-4ECC-887D-57EB9BBF5511}"/>
    <dgm:cxn modelId="{E6C804A5-6A20-4A89-89D8-159B166E6293}" srcId="{6EC4F383-4A32-4EC6-9668-74EF0B18975B}" destId="{B633B4C8-F94E-4449-8301-5D852358B5A7}" srcOrd="2" destOrd="0" parTransId="{CC918D66-BCBC-4DE0-8157-B3CDEF27E303}" sibTransId="{A2F5A020-D4DB-47FB-9735-DDE582BCD14D}"/>
    <dgm:cxn modelId="{13F0F4A6-FBCF-4A74-AB80-11AA8CB9C4B2}" srcId="{6EC4F383-4A32-4EC6-9668-74EF0B18975B}" destId="{4637E81C-ED3B-4304-8191-E579C01DBB8F}" srcOrd="3" destOrd="0" parTransId="{D8342A39-1708-4F97-9A40-C1F00232B31D}" sibTransId="{8864877B-C5A0-4B5D-9D4C-DE522F19D4FF}"/>
    <dgm:cxn modelId="{1EA600D8-EDCB-4CD6-8A22-026ADC2AD31A}" srcId="{6EC4F383-4A32-4EC6-9668-74EF0B18975B}" destId="{2D75EA66-A219-4BCF-8FA7-076F9447BD6D}" srcOrd="0" destOrd="0" parTransId="{8B837760-7D8C-4FED-A038-99F9B0700676}" sibTransId="{09B8B4F4-78D5-47C6-BCE4-52EE81C7F33B}"/>
    <dgm:cxn modelId="{821C977F-7245-4CBD-9782-A25138058D2F}" type="presParOf" srcId="{B3ECC666-B040-4DB3-8387-41E698BEE32E}" destId="{C72FE66E-74E5-4995-9C86-7ADE90AFE9AF}" srcOrd="0" destOrd="0" presId="urn:microsoft.com/office/officeart/2005/8/layout/hierarchy1"/>
    <dgm:cxn modelId="{87CE8416-35B8-4AA9-8243-DF0379DAD6A1}" type="presParOf" srcId="{C72FE66E-74E5-4995-9C86-7ADE90AFE9AF}" destId="{81E047FB-80D5-400C-B8C0-F0F89E3DCEC5}" srcOrd="0" destOrd="0" presId="urn:microsoft.com/office/officeart/2005/8/layout/hierarchy1"/>
    <dgm:cxn modelId="{39A1C55D-378E-47ED-8A59-2307A8F2C685}" type="presParOf" srcId="{81E047FB-80D5-400C-B8C0-F0F89E3DCEC5}" destId="{50DB8394-8065-489B-8A0A-833B3904CF8F}" srcOrd="0" destOrd="0" presId="urn:microsoft.com/office/officeart/2005/8/layout/hierarchy1"/>
    <dgm:cxn modelId="{89C2E235-70DE-43A5-903E-E2FC7A2961D9}" type="presParOf" srcId="{81E047FB-80D5-400C-B8C0-F0F89E3DCEC5}" destId="{44B1FFB5-6761-4140-967B-7CD52473FFC0}" srcOrd="1" destOrd="0" presId="urn:microsoft.com/office/officeart/2005/8/layout/hierarchy1"/>
    <dgm:cxn modelId="{8DACF2D5-9F1F-4BAD-9273-FBF70257E9D4}" type="presParOf" srcId="{C72FE66E-74E5-4995-9C86-7ADE90AFE9AF}" destId="{68C0ACF9-6547-437F-B3B1-CD802BDBB65C}" srcOrd="1" destOrd="0" presId="urn:microsoft.com/office/officeart/2005/8/layout/hierarchy1"/>
    <dgm:cxn modelId="{CE7C52C4-454F-49E2-8A81-CAEC46858605}" type="presParOf" srcId="{B3ECC666-B040-4DB3-8387-41E698BEE32E}" destId="{A8F2C94E-086A-44AD-8BA5-3C1DF8272007}" srcOrd="1" destOrd="0" presId="urn:microsoft.com/office/officeart/2005/8/layout/hierarchy1"/>
    <dgm:cxn modelId="{B0A9B52E-51F2-42BA-A35F-13746635BC16}" type="presParOf" srcId="{A8F2C94E-086A-44AD-8BA5-3C1DF8272007}" destId="{534306BA-E762-43CF-83E5-D3E4D6964791}" srcOrd="0" destOrd="0" presId="urn:microsoft.com/office/officeart/2005/8/layout/hierarchy1"/>
    <dgm:cxn modelId="{7D5A4D2C-6B7A-466C-993E-F778BE75C472}" type="presParOf" srcId="{534306BA-E762-43CF-83E5-D3E4D6964791}" destId="{71F729D4-B262-425F-9EFF-433C8C2A00ED}" srcOrd="0" destOrd="0" presId="urn:microsoft.com/office/officeart/2005/8/layout/hierarchy1"/>
    <dgm:cxn modelId="{D896F96F-1285-4C0F-B74E-54E121FC9823}" type="presParOf" srcId="{534306BA-E762-43CF-83E5-D3E4D6964791}" destId="{D4CF1116-2DCE-4213-8375-0301575973A5}" srcOrd="1" destOrd="0" presId="urn:microsoft.com/office/officeart/2005/8/layout/hierarchy1"/>
    <dgm:cxn modelId="{0BE6CBFC-336C-4964-A6DD-CDC97FF3B4FA}" type="presParOf" srcId="{A8F2C94E-086A-44AD-8BA5-3C1DF8272007}" destId="{BBC5D6A2-420B-4534-99F6-C9989D5CD029}" srcOrd="1" destOrd="0" presId="urn:microsoft.com/office/officeart/2005/8/layout/hierarchy1"/>
    <dgm:cxn modelId="{3D0CA3B8-4F24-48D4-AD55-0F5660B8AE12}" type="presParOf" srcId="{B3ECC666-B040-4DB3-8387-41E698BEE32E}" destId="{739D2FF2-0B03-4E80-84F4-5515D1C9396E}" srcOrd="2" destOrd="0" presId="urn:microsoft.com/office/officeart/2005/8/layout/hierarchy1"/>
    <dgm:cxn modelId="{DB09FA8A-17A4-458F-A853-D02B660662D4}" type="presParOf" srcId="{739D2FF2-0B03-4E80-84F4-5515D1C9396E}" destId="{799B6F09-5394-447A-BB34-801216C8DC17}" srcOrd="0" destOrd="0" presId="urn:microsoft.com/office/officeart/2005/8/layout/hierarchy1"/>
    <dgm:cxn modelId="{004B9E36-F870-4E16-BCDA-48F6736471C0}" type="presParOf" srcId="{799B6F09-5394-447A-BB34-801216C8DC17}" destId="{C01D6B0A-6007-4CBF-A9A9-466B83FED2B4}" srcOrd="0" destOrd="0" presId="urn:microsoft.com/office/officeart/2005/8/layout/hierarchy1"/>
    <dgm:cxn modelId="{04924990-129E-4383-9F40-40E30CD75772}" type="presParOf" srcId="{799B6F09-5394-447A-BB34-801216C8DC17}" destId="{501FCC5A-92E0-4D89-B5A5-05013D16066C}" srcOrd="1" destOrd="0" presId="urn:microsoft.com/office/officeart/2005/8/layout/hierarchy1"/>
    <dgm:cxn modelId="{AF24EF0F-7B7E-4870-892E-F59273CED674}" type="presParOf" srcId="{739D2FF2-0B03-4E80-84F4-5515D1C9396E}" destId="{9CEBE2EF-2E98-44B6-92A8-69972B6EC8A7}" srcOrd="1" destOrd="0" presId="urn:microsoft.com/office/officeart/2005/8/layout/hierarchy1"/>
    <dgm:cxn modelId="{A3DB2972-B131-4F37-AC02-86E067CAD0D0}" type="presParOf" srcId="{B3ECC666-B040-4DB3-8387-41E698BEE32E}" destId="{FA49194F-8213-4563-9DAE-0FF92943C51B}" srcOrd="3" destOrd="0" presId="urn:microsoft.com/office/officeart/2005/8/layout/hierarchy1"/>
    <dgm:cxn modelId="{878B08C0-0D01-4D47-9C1D-98862A66F107}" type="presParOf" srcId="{FA49194F-8213-4563-9DAE-0FF92943C51B}" destId="{8B9D5B67-A176-41B4-B5A6-38383F373068}" srcOrd="0" destOrd="0" presId="urn:microsoft.com/office/officeart/2005/8/layout/hierarchy1"/>
    <dgm:cxn modelId="{832CB018-E54A-4D8A-9B00-6234BB0222B7}" type="presParOf" srcId="{8B9D5B67-A176-41B4-B5A6-38383F373068}" destId="{13394B8B-177A-4C1F-9F76-3767F2D0D54C}" srcOrd="0" destOrd="0" presId="urn:microsoft.com/office/officeart/2005/8/layout/hierarchy1"/>
    <dgm:cxn modelId="{BC006915-3AF4-472F-A8F3-7A0D47A2AF41}" type="presParOf" srcId="{8B9D5B67-A176-41B4-B5A6-38383F373068}" destId="{0655F9EA-0E1A-4BED-87B4-F069D9204B49}" srcOrd="1" destOrd="0" presId="urn:microsoft.com/office/officeart/2005/8/layout/hierarchy1"/>
    <dgm:cxn modelId="{40989657-A648-4DF9-BA56-552BDC39289C}" type="presParOf" srcId="{FA49194F-8213-4563-9DAE-0FF92943C51B}" destId="{6EC64966-0E46-4EE0-A934-D1CC94C6C1EF}" srcOrd="1" destOrd="0" presId="urn:microsoft.com/office/officeart/2005/8/layout/hierarchy1"/>
    <dgm:cxn modelId="{569FBAB3-17F2-4948-928B-915777DA7541}" type="presParOf" srcId="{B3ECC666-B040-4DB3-8387-41E698BEE32E}" destId="{1A63627C-DA48-43FF-BB80-30169C30EB70}" srcOrd="4" destOrd="0" presId="urn:microsoft.com/office/officeart/2005/8/layout/hierarchy1"/>
    <dgm:cxn modelId="{08E732D6-D75C-403B-AF6C-F17654CC9605}" type="presParOf" srcId="{1A63627C-DA48-43FF-BB80-30169C30EB70}" destId="{D364DD4E-6DB8-4B07-9E75-79B8DDB1F902}" srcOrd="0" destOrd="0" presId="urn:microsoft.com/office/officeart/2005/8/layout/hierarchy1"/>
    <dgm:cxn modelId="{1D46ADB0-835E-4D4C-A0D3-41DF808B2788}" type="presParOf" srcId="{D364DD4E-6DB8-4B07-9E75-79B8DDB1F902}" destId="{804C108B-B945-4E1A-8AEA-73714D5F4915}" srcOrd="0" destOrd="0" presId="urn:microsoft.com/office/officeart/2005/8/layout/hierarchy1"/>
    <dgm:cxn modelId="{3CE3381A-ADF9-450C-91FE-8A09889E30FF}" type="presParOf" srcId="{D364DD4E-6DB8-4B07-9E75-79B8DDB1F902}" destId="{FCD8730F-3023-4D43-B349-3B661BE15569}" srcOrd="1" destOrd="0" presId="urn:microsoft.com/office/officeart/2005/8/layout/hierarchy1"/>
    <dgm:cxn modelId="{DA6F08E4-F633-4212-8C04-459BA902D8EB}" type="presParOf" srcId="{1A63627C-DA48-43FF-BB80-30169C30EB70}" destId="{8803C3BF-3D22-49E2-98A5-5A5900BC9C43}" srcOrd="1" destOrd="0" presId="urn:microsoft.com/office/officeart/2005/8/layout/hierarchy1"/>
    <dgm:cxn modelId="{237F35BD-C765-433E-B388-DF4FFECD2BDB}" type="presParOf" srcId="{B3ECC666-B040-4DB3-8387-41E698BEE32E}" destId="{F06BB00C-D334-4CE2-BB14-C26960872CDD}" srcOrd="5" destOrd="0" presId="urn:microsoft.com/office/officeart/2005/8/layout/hierarchy1"/>
    <dgm:cxn modelId="{D786D82B-BCE7-4F29-9E6D-ACD88DC354AC}" type="presParOf" srcId="{F06BB00C-D334-4CE2-BB14-C26960872CDD}" destId="{F5A86D50-0AC6-4921-A10A-F8FE2E0CD004}" srcOrd="0" destOrd="0" presId="urn:microsoft.com/office/officeart/2005/8/layout/hierarchy1"/>
    <dgm:cxn modelId="{D43357EB-CEEF-4931-BB76-6C672E68625C}" type="presParOf" srcId="{F5A86D50-0AC6-4921-A10A-F8FE2E0CD004}" destId="{D99BC8C5-854F-4C0B-85C1-A3901E2E5B25}" srcOrd="0" destOrd="0" presId="urn:microsoft.com/office/officeart/2005/8/layout/hierarchy1"/>
    <dgm:cxn modelId="{50E55288-2508-4D7F-9ECF-DE8D3311C7D1}" type="presParOf" srcId="{F5A86D50-0AC6-4921-A10A-F8FE2E0CD004}" destId="{A8F539BD-AB3F-4A3A-8A3A-2118FFBBC116}" srcOrd="1" destOrd="0" presId="urn:microsoft.com/office/officeart/2005/8/layout/hierarchy1"/>
    <dgm:cxn modelId="{ED63BF6A-76DD-43B6-84CA-0B6C2C8B3C9C}" type="presParOf" srcId="{F06BB00C-D334-4CE2-BB14-C26960872CDD}" destId="{1276546A-9770-4493-A551-51FCC71F33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EC4F383-4A32-4EC6-9668-74EF0B18975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75EA66-A219-4BCF-8FA7-076F9447BD6D}">
      <dgm:prSet/>
      <dgm:spPr/>
      <dgm:t>
        <a:bodyPr/>
        <a:lstStyle/>
        <a:p>
          <a:r>
            <a:rPr lang="en-US" dirty="0"/>
            <a:t>Background</a:t>
          </a:r>
        </a:p>
      </dgm:t>
    </dgm:pt>
    <dgm:pt modelId="{8B837760-7D8C-4FED-A038-99F9B0700676}" type="parTrans" cxnId="{1EA600D8-EDCB-4CD6-8A22-026ADC2AD31A}">
      <dgm:prSet/>
      <dgm:spPr/>
      <dgm:t>
        <a:bodyPr/>
        <a:lstStyle/>
        <a:p>
          <a:endParaRPr lang="en-US"/>
        </a:p>
      </dgm:t>
    </dgm:pt>
    <dgm:pt modelId="{09B8B4F4-78D5-47C6-BCE4-52EE81C7F33B}" type="sibTrans" cxnId="{1EA600D8-EDCB-4CD6-8A22-026ADC2AD31A}">
      <dgm:prSet/>
      <dgm:spPr/>
      <dgm:t>
        <a:bodyPr/>
        <a:lstStyle/>
        <a:p>
          <a:endParaRPr lang="en-US"/>
        </a:p>
      </dgm:t>
    </dgm:pt>
    <dgm:pt modelId="{CA31F3C0-04C8-44D6-9EE4-DB0562749E42}">
      <dgm:prSet/>
      <dgm:spPr/>
      <dgm:t>
        <a:bodyPr/>
        <a:lstStyle/>
        <a:p>
          <a:r>
            <a:rPr lang="en-US"/>
            <a:t>Data Details</a:t>
          </a:r>
        </a:p>
      </dgm:t>
    </dgm:pt>
    <dgm:pt modelId="{C3748032-2B48-467C-9677-85B5386F314B}" type="parTrans" cxnId="{AD604F88-3A19-4217-B792-026124E02FC4}">
      <dgm:prSet/>
      <dgm:spPr/>
      <dgm:t>
        <a:bodyPr/>
        <a:lstStyle/>
        <a:p>
          <a:endParaRPr lang="en-US"/>
        </a:p>
      </dgm:t>
    </dgm:pt>
    <dgm:pt modelId="{2F6CEEC1-C8C2-4ECC-887D-57EB9BBF5511}" type="sibTrans" cxnId="{AD604F88-3A19-4217-B792-026124E02FC4}">
      <dgm:prSet/>
      <dgm:spPr/>
      <dgm:t>
        <a:bodyPr/>
        <a:lstStyle/>
        <a:p>
          <a:endParaRPr lang="en-US"/>
        </a:p>
      </dgm:t>
    </dgm:pt>
    <dgm:pt modelId="{B633B4C8-F94E-4449-8301-5D852358B5A7}">
      <dgm:prSet/>
      <dgm:spPr/>
      <dgm:t>
        <a:bodyPr/>
        <a:lstStyle/>
        <a:p>
          <a:r>
            <a:rPr lang="en-US"/>
            <a:t>Model Details</a:t>
          </a:r>
        </a:p>
      </dgm:t>
    </dgm:pt>
    <dgm:pt modelId="{CC918D66-BCBC-4DE0-8157-B3CDEF27E303}" type="parTrans" cxnId="{E6C804A5-6A20-4A89-89D8-159B166E6293}">
      <dgm:prSet/>
      <dgm:spPr/>
      <dgm:t>
        <a:bodyPr/>
        <a:lstStyle/>
        <a:p>
          <a:endParaRPr lang="en-US"/>
        </a:p>
      </dgm:t>
    </dgm:pt>
    <dgm:pt modelId="{A2F5A020-D4DB-47FB-9735-DDE582BCD14D}" type="sibTrans" cxnId="{E6C804A5-6A20-4A89-89D8-159B166E6293}">
      <dgm:prSet/>
      <dgm:spPr/>
      <dgm:t>
        <a:bodyPr/>
        <a:lstStyle/>
        <a:p>
          <a:endParaRPr lang="en-US"/>
        </a:p>
      </dgm:t>
    </dgm:pt>
    <dgm:pt modelId="{4637E81C-ED3B-4304-8191-E579C01DBB8F}">
      <dgm:prSet/>
      <dgm:spPr/>
      <dgm:t>
        <a:bodyPr/>
        <a:lstStyle/>
        <a:p>
          <a:r>
            <a:rPr lang="en-US" b="0" dirty="0"/>
            <a:t>Performance</a:t>
          </a:r>
        </a:p>
      </dgm:t>
    </dgm:pt>
    <dgm:pt modelId="{D8342A39-1708-4F97-9A40-C1F00232B31D}" type="parTrans" cxnId="{13F0F4A6-FBCF-4A74-AB80-11AA8CB9C4B2}">
      <dgm:prSet/>
      <dgm:spPr/>
      <dgm:t>
        <a:bodyPr/>
        <a:lstStyle/>
        <a:p>
          <a:endParaRPr lang="en-US"/>
        </a:p>
      </dgm:t>
    </dgm:pt>
    <dgm:pt modelId="{8864877B-C5A0-4B5D-9D4C-DE522F19D4FF}" type="sibTrans" cxnId="{13F0F4A6-FBCF-4A74-AB80-11AA8CB9C4B2}">
      <dgm:prSet/>
      <dgm:spPr/>
      <dgm:t>
        <a:bodyPr/>
        <a:lstStyle/>
        <a:p>
          <a:endParaRPr lang="en-US"/>
        </a:p>
      </dgm:t>
    </dgm:pt>
    <dgm:pt modelId="{88C26D5D-D467-432D-9526-566E6970B612}">
      <dgm:prSet/>
      <dgm:spPr/>
      <dgm:t>
        <a:bodyPr/>
        <a:lstStyle/>
        <a:p>
          <a:r>
            <a:rPr lang="en-US" b="0" dirty="0"/>
            <a:t>Limitations</a:t>
          </a:r>
        </a:p>
      </dgm:t>
    </dgm:pt>
    <dgm:pt modelId="{84C004D5-8695-4693-9070-DB96474C5E75}" type="parTrans" cxnId="{C0934976-6FE4-475B-BFF6-EECC25D2C87E}">
      <dgm:prSet/>
      <dgm:spPr/>
      <dgm:t>
        <a:bodyPr/>
        <a:lstStyle/>
        <a:p>
          <a:endParaRPr lang="en-US"/>
        </a:p>
      </dgm:t>
    </dgm:pt>
    <dgm:pt modelId="{1A5A4C28-B6F6-4C64-BF5F-6AF83F6E218B}" type="sibTrans" cxnId="{C0934976-6FE4-475B-BFF6-EECC25D2C87E}">
      <dgm:prSet/>
      <dgm:spPr/>
      <dgm:t>
        <a:bodyPr/>
        <a:lstStyle/>
        <a:p>
          <a:endParaRPr lang="en-US"/>
        </a:p>
      </dgm:t>
    </dgm:pt>
    <dgm:pt modelId="{E465ECD6-B74F-4B1E-A2A8-7655AB9E9084}">
      <dgm:prSet/>
      <dgm:spPr/>
      <dgm:t>
        <a:bodyPr/>
        <a:lstStyle/>
        <a:p>
          <a:r>
            <a:rPr lang="en-US" b="1" dirty="0"/>
            <a:t>Discussion</a:t>
          </a:r>
        </a:p>
      </dgm:t>
    </dgm:pt>
    <dgm:pt modelId="{CBF38C19-D2A4-42B8-A0B0-BAA6919DE7C4}" type="parTrans" cxnId="{A6AA590F-4EFC-49B5-9F95-2A2661142BBE}">
      <dgm:prSet/>
      <dgm:spPr/>
      <dgm:t>
        <a:bodyPr/>
        <a:lstStyle/>
        <a:p>
          <a:endParaRPr lang="en-US"/>
        </a:p>
      </dgm:t>
    </dgm:pt>
    <dgm:pt modelId="{B45E4BF5-2468-47FB-BAF3-BAFBFB38BE92}" type="sibTrans" cxnId="{A6AA590F-4EFC-49B5-9F95-2A2661142BBE}">
      <dgm:prSet/>
      <dgm:spPr/>
      <dgm:t>
        <a:bodyPr/>
        <a:lstStyle/>
        <a:p>
          <a:endParaRPr lang="en-US"/>
        </a:p>
      </dgm:t>
    </dgm:pt>
    <dgm:pt modelId="{B3ECC666-B040-4DB3-8387-41E698BEE32E}" type="pres">
      <dgm:prSet presAssocID="{6EC4F383-4A32-4EC6-9668-74EF0B1897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72FE66E-74E5-4995-9C86-7ADE90AFE9AF}" type="pres">
      <dgm:prSet presAssocID="{2D75EA66-A219-4BCF-8FA7-076F9447BD6D}" presName="hierRoot1" presStyleCnt="0"/>
      <dgm:spPr/>
    </dgm:pt>
    <dgm:pt modelId="{81E047FB-80D5-400C-B8C0-F0F89E3DCEC5}" type="pres">
      <dgm:prSet presAssocID="{2D75EA66-A219-4BCF-8FA7-076F9447BD6D}" presName="composite" presStyleCnt="0"/>
      <dgm:spPr/>
    </dgm:pt>
    <dgm:pt modelId="{50DB8394-8065-489B-8A0A-833B3904CF8F}" type="pres">
      <dgm:prSet presAssocID="{2D75EA66-A219-4BCF-8FA7-076F9447BD6D}" presName="background" presStyleLbl="node0" presStyleIdx="0" presStyleCnt="6"/>
      <dgm:spPr/>
    </dgm:pt>
    <dgm:pt modelId="{44B1FFB5-6761-4140-967B-7CD52473FFC0}" type="pres">
      <dgm:prSet presAssocID="{2D75EA66-A219-4BCF-8FA7-076F9447BD6D}" presName="text" presStyleLbl="fgAcc0" presStyleIdx="0" presStyleCnt="6">
        <dgm:presLayoutVars>
          <dgm:chPref val="3"/>
        </dgm:presLayoutVars>
      </dgm:prSet>
      <dgm:spPr/>
    </dgm:pt>
    <dgm:pt modelId="{68C0ACF9-6547-437F-B3B1-CD802BDBB65C}" type="pres">
      <dgm:prSet presAssocID="{2D75EA66-A219-4BCF-8FA7-076F9447BD6D}" presName="hierChild2" presStyleCnt="0"/>
      <dgm:spPr/>
    </dgm:pt>
    <dgm:pt modelId="{A8F2C94E-086A-44AD-8BA5-3C1DF8272007}" type="pres">
      <dgm:prSet presAssocID="{CA31F3C0-04C8-44D6-9EE4-DB0562749E42}" presName="hierRoot1" presStyleCnt="0"/>
      <dgm:spPr/>
    </dgm:pt>
    <dgm:pt modelId="{534306BA-E762-43CF-83E5-D3E4D6964791}" type="pres">
      <dgm:prSet presAssocID="{CA31F3C0-04C8-44D6-9EE4-DB0562749E42}" presName="composite" presStyleCnt="0"/>
      <dgm:spPr/>
    </dgm:pt>
    <dgm:pt modelId="{71F729D4-B262-425F-9EFF-433C8C2A00ED}" type="pres">
      <dgm:prSet presAssocID="{CA31F3C0-04C8-44D6-9EE4-DB0562749E42}" presName="background" presStyleLbl="node0" presStyleIdx="1" presStyleCnt="6"/>
      <dgm:spPr/>
    </dgm:pt>
    <dgm:pt modelId="{D4CF1116-2DCE-4213-8375-0301575973A5}" type="pres">
      <dgm:prSet presAssocID="{CA31F3C0-04C8-44D6-9EE4-DB0562749E42}" presName="text" presStyleLbl="fgAcc0" presStyleIdx="1" presStyleCnt="6" custLinFactNeighborX="2291" custLinFactNeighborY="-1203">
        <dgm:presLayoutVars>
          <dgm:chPref val="3"/>
        </dgm:presLayoutVars>
      </dgm:prSet>
      <dgm:spPr/>
    </dgm:pt>
    <dgm:pt modelId="{BBC5D6A2-420B-4534-99F6-C9989D5CD029}" type="pres">
      <dgm:prSet presAssocID="{CA31F3C0-04C8-44D6-9EE4-DB0562749E42}" presName="hierChild2" presStyleCnt="0"/>
      <dgm:spPr/>
    </dgm:pt>
    <dgm:pt modelId="{739D2FF2-0B03-4E80-84F4-5515D1C9396E}" type="pres">
      <dgm:prSet presAssocID="{B633B4C8-F94E-4449-8301-5D852358B5A7}" presName="hierRoot1" presStyleCnt="0"/>
      <dgm:spPr/>
    </dgm:pt>
    <dgm:pt modelId="{799B6F09-5394-447A-BB34-801216C8DC17}" type="pres">
      <dgm:prSet presAssocID="{B633B4C8-F94E-4449-8301-5D852358B5A7}" presName="composite" presStyleCnt="0"/>
      <dgm:spPr/>
    </dgm:pt>
    <dgm:pt modelId="{C01D6B0A-6007-4CBF-A9A9-466B83FED2B4}" type="pres">
      <dgm:prSet presAssocID="{B633B4C8-F94E-4449-8301-5D852358B5A7}" presName="background" presStyleLbl="node0" presStyleIdx="2" presStyleCnt="6"/>
      <dgm:spPr/>
    </dgm:pt>
    <dgm:pt modelId="{501FCC5A-92E0-4D89-B5A5-05013D16066C}" type="pres">
      <dgm:prSet presAssocID="{B633B4C8-F94E-4449-8301-5D852358B5A7}" presName="text" presStyleLbl="fgAcc0" presStyleIdx="2" presStyleCnt="6">
        <dgm:presLayoutVars>
          <dgm:chPref val="3"/>
        </dgm:presLayoutVars>
      </dgm:prSet>
      <dgm:spPr/>
    </dgm:pt>
    <dgm:pt modelId="{9CEBE2EF-2E98-44B6-92A8-69972B6EC8A7}" type="pres">
      <dgm:prSet presAssocID="{B633B4C8-F94E-4449-8301-5D852358B5A7}" presName="hierChild2" presStyleCnt="0"/>
      <dgm:spPr/>
    </dgm:pt>
    <dgm:pt modelId="{FA49194F-8213-4563-9DAE-0FF92943C51B}" type="pres">
      <dgm:prSet presAssocID="{4637E81C-ED3B-4304-8191-E579C01DBB8F}" presName="hierRoot1" presStyleCnt="0"/>
      <dgm:spPr/>
    </dgm:pt>
    <dgm:pt modelId="{8B9D5B67-A176-41B4-B5A6-38383F373068}" type="pres">
      <dgm:prSet presAssocID="{4637E81C-ED3B-4304-8191-E579C01DBB8F}" presName="composite" presStyleCnt="0"/>
      <dgm:spPr/>
    </dgm:pt>
    <dgm:pt modelId="{13394B8B-177A-4C1F-9F76-3767F2D0D54C}" type="pres">
      <dgm:prSet presAssocID="{4637E81C-ED3B-4304-8191-E579C01DBB8F}" presName="background" presStyleLbl="node0" presStyleIdx="3" presStyleCnt="6"/>
      <dgm:spPr/>
    </dgm:pt>
    <dgm:pt modelId="{0655F9EA-0E1A-4BED-87B4-F069D9204B49}" type="pres">
      <dgm:prSet presAssocID="{4637E81C-ED3B-4304-8191-E579C01DBB8F}" presName="text" presStyleLbl="fgAcc0" presStyleIdx="3" presStyleCnt="6">
        <dgm:presLayoutVars>
          <dgm:chPref val="3"/>
        </dgm:presLayoutVars>
      </dgm:prSet>
      <dgm:spPr/>
    </dgm:pt>
    <dgm:pt modelId="{6EC64966-0E46-4EE0-A934-D1CC94C6C1EF}" type="pres">
      <dgm:prSet presAssocID="{4637E81C-ED3B-4304-8191-E579C01DBB8F}" presName="hierChild2" presStyleCnt="0"/>
      <dgm:spPr/>
    </dgm:pt>
    <dgm:pt modelId="{1A63627C-DA48-43FF-BB80-30169C30EB70}" type="pres">
      <dgm:prSet presAssocID="{88C26D5D-D467-432D-9526-566E6970B612}" presName="hierRoot1" presStyleCnt="0"/>
      <dgm:spPr/>
    </dgm:pt>
    <dgm:pt modelId="{D364DD4E-6DB8-4B07-9E75-79B8DDB1F902}" type="pres">
      <dgm:prSet presAssocID="{88C26D5D-D467-432D-9526-566E6970B612}" presName="composite" presStyleCnt="0"/>
      <dgm:spPr/>
    </dgm:pt>
    <dgm:pt modelId="{804C108B-B945-4E1A-8AEA-73714D5F4915}" type="pres">
      <dgm:prSet presAssocID="{88C26D5D-D467-432D-9526-566E6970B612}" presName="background" presStyleLbl="node0" presStyleIdx="4" presStyleCnt="6"/>
      <dgm:spPr/>
    </dgm:pt>
    <dgm:pt modelId="{FCD8730F-3023-4D43-B349-3B661BE15569}" type="pres">
      <dgm:prSet presAssocID="{88C26D5D-D467-432D-9526-566E6970B612}" presName="text" presStyleLbl="fgAcc0" presStyleIdx="4" presStyleCnt="6">
        <dgm:presLayoutVars>
          <dgm:chPref val="3"/>
        </dgm:presLayoutVars>
      </dgm:prSet>
      <dgm:spPr/>
    </dgm:pt>
    <dgm:pt modelId="{8803C3BF-3D22-49E2-98A5-5A5900BC9C43}" type="pres">
      <dgm:prSet presAssocID="{88C26D5D-D467-432D-9526-566E6970B612}" presName="hierChild2" presStyleCnt="0"/>
      <dgm:spPr/>
    </dgm:pt>
    <dgm:pt modelId="{F06BB00C-D334-4CE2-BB14-C26960872CDD}" type="pres">
      <dgm:prSet presAssocID="{E465ECD6-B74F-4B1E-A2A8-7655AB9E9084}" presName="hierRoot1" presStyleCnt="0"/>
      <dgm:spPr/>
    </dgm:pt>
    <dgm:pt modelId="{F5A86D50-0AC6-4921-A10A-F8FE2E0CD004}" type="pres">
      <dgm:prSet presAssocID="{E465ECD6-B74F-4B1E-A2A8-7655AB9E9084}" presName="composite" presStyleCnt="0"/>
      <dgm:spPr/>
    </dgm:pt>
    <dgm:pt modelId="{D99BC8C5-854F-4C0B-85C1-A3901E2E5B25}" type="pres">
      <dgm:prSet presAssocID="{E465ECD6-B74F-4B1E-A2A8-7655AB9E9084}" presName="background" presStyleLbl="node0" presStyleIdx="5" presStyleCnt="6"/>
      <dgm:spPr/>
    </dgm:pt>
    <dgm:pt modelId="{A8F539BD-AB3F-4A3A-8A3A-2118FFBBC116}" type="pres">
      <dgm:prSet presAssocID="{E465ECD6-B74F-4B1E-A2A8-7655AB9E9084}" presName="text" presStyleLbl="fgAcc0" presStyleIdx="5" presStyleCnt="6">
        <dgm:presLayoutVars>
          <dgm:chPref val="3"/>
        </dgm:presLayoutVars>
      </dgm:prSet>
      <dgm:spPr/>
    </dgm:pt>
    <dgm:pt modelId="{1276546A-9770-4493-A551-51FCC71F3392}" type="pres">
      <dgm:prSet presAssocID="{E465ECD6-B74F-4B1E-A2A8-7655AB9E9084}" presName="hierChild2" presStyleCnt="0"/>
      <dgm:spPr/>
    </dgm:pt>
  </dgm:ptLst>
  <dgm:cxnLst>
    <dgm:cxn modelId="{A6AA590F-4EFC-49B5-9F95-2A2661142BBE}" srcId="{6EC4F383-4A32-4EC6-9668-74EF0B18975B}" destId="{E465ECD6-B74F-4B1E-A2A8-7655AB9E9084}" srcOrd="5" destOrd="0" parTransId="{CBF38C19-D2A4-42B8-A0B0-BAA6919DE7C4}" sibTransId="{B45E4BF5-2468-47FB-BAF3-BAFBFB38BE92}"/>
    <dgm:cxn modelId="{4FC6D318-FFA2-41FB-B77A-B4DF09F1BC32}" type="presOf" srcId="{CA31F3C0-04C8-44D6-9EE4-DB0562749E42}" destId="{D4CF1116-2DCE-4213-8375-0301575973A5}" srcOrd="0" destOrd="0" presId="urn:microsoft.com/office/officeart/2005/8/layout/hierarchy1"/>
    <dgm:cxn modelId="{59E90621-665D-4483-9BA2-5CCAE2AF170B}" type="presOf" srcId="{88C26D5D-D467-432D-9526-566E6970B612}" destId="{FCD8730F-3023-4D43-B349-3B661BE15569}" srcOrd="0" destOrd="0" presId="urn:microsoft.com/office/officeart/2005/8/layout/hierarchy1"/>
    <dgm:cxn modelId="{E1D21D5B-646A-4ED8-A1A0-58CE5C226262}" type="presOf" srcId="{B633B4C8-F94E-4449-8301-5D852358B5A7}" destId="{501FCC5A-92E0-4D89-B5A5-05013D16066C}" srcOrd="0" destOrd="0" presId="urn:microsoft.com/office/officeart/2005/8/layout/hierarchy1"/>
    <dgm:cxn modelId="{0D5F385B-99C3-42CF-B1A6-22439B47D02B}" type="presOf" srcId="{6EC4F383-4A32-4EC6-9668-74EF0B18975B}" destId="{B3ECC666-B040-4DB3-8387-41E698BEE32E}" srcOrd="0" destOrd="0" presId="urn:microsoft.com/office/officeart/2005/8/layout/hierarchy1"/>
    <dgm:cxn modelId="{C376DA60-8EBE-4C07-A791-8E855FF97B8E}" type="presOf" srcId="{2D75EA66-A219-4BCF-8FA7-076F9447BD6D}" destId="{44B1FFB5-6761-4140-967B-7CD52473FFC0}" srcOrd="0" destOrd="0" presId="urn:microsoft.com/office/officeart/2005/8/layout/hierarchy1"/>
    <dgm:cxn modelId="{CDFADD69-6BF1-4699-8DFE-0A861BA65D16}" type="presOf" srcId="{E465ECD6-B74F-4B1E-A2A8-7655AB9E9084}" destId="{A8F539BD-AB3F-4A3A-8A3A-2118FFBBC116}" srcOrd="0" destOrd="0" presId="urn:microsoft.com/office/officeart/2005/8/layout/hierarchy1"/>
    <dgm:cxn modelId="{C0934976-6FE4-475B-BFF6-EECC25D2C87E}" srcId="{6EC4F383-4A32-4EC6-9668-74EF0B18975B}" destId="{88C26D5D-D467-432D-9526-566E6970B612}" srcOrd="4" destOrd="0" parTransId="{84C004D5-8695-4693-9070-DB96474C5E75}" sibTransId="{1A5A4C28-B6F6-4C64-BF5F-6AF83F6E218B}"/>
    <dgm:cxn modelId="{384F0978-B4A1-4759-ACC1-94474B1863AA}" type="presOf" srcId="{4637E81C-ED3B-4304-8191-E579C01DBB8F}" destId="{0655F9EA-0E1A-4BED-87B4-F069D9204B49}" srcOrd="0" destOrd="0" presId="urn:microsoft.com/office/officeart/2005/8/layout/hierarchy1"/>
    <dgm:cxn modelId="{AD604F88-3A19-4217-B792-026124E02FC4}" srcId="{6EC4F383-4A32-4EC6-9668-74EF0B18975B}" destId="{CA31F3C0-04C8-44D6-9EE4-DB0562749E42}" srcOrd="1" destOrd="0" parTransId="{C3748032-2B48-467C-9677-85B5386F314B}" sibTransId="{2F6CEEC1-C8C2-4ECC-887D-57EB9BBF5511}"/>
    <dgm:cxn modelId="{E6C804A5-6A20-4A89-89D8-159B166E6293}" srcId="{6EC4F383-4A32-4EC6-9668-74EF0B18975B}" destId="{B633B4C8-F94E-4449-8301-5D852358B5A7}" srcOrd="2" destOrd="0" parTransId="{CC918D66-BCBC-4DE0-8157-B3CDEF27E303}" sibTransId="{A2F5A020-D4DB-47FB-9735-DDE582BCD14D}"/>
    <dgm:cxn modelId="{13F0F4A6-FBCF-4A74-AB80-11AA8CB9C4B2}" srcId="{6EC4F383-4A32-4EC6-9668-74EF0B18975B}" destId="{4637E81C-ED3B-4304-8191-E579C01DBB8F}" srcOrd="3" destOrd="0" parTransId="{D8342A39-1708-4F97-9A40-C1F00232B31D}" sibTransId="{8864877B-C5A0-4B5D-9D4C-DE522F19D4FF}"/>
    <dgm:cxn modelId="{1EA600D8-EDCB-4CD6-8A22-026ADC2AD31A}" srcId="{6EC4F383-4A32-4EC6-9668-74EF0B18975B}" destId="{2D75EA66-A219-4BCF-8FA7-076F9447BD6D}" srcOrd="0" destOrd="0" parTransId="{8B837760-7D8C-4FED-A038-99F9B0700676}" sibTransId="{09B8B4F4-78D5-47C6-BCE4-52EE81C7F33B}"/>
    <dgm:cxn modelId="{821C977F-7245-4CBD-9782-A25138058D2F}" type="presParOf" srcId="{B3ECC666-B040-4DB3-8387-41E698BEE32E}" destId="{C72FE66E-74E5-4995-9C86-7ADE90AFE9AF}" srcOrd="0" destOrd="0" presId="urn:microsoft.com/office/officeart/2005/8/layout/hierarchy1"/>
    <dgm:cxn modelId="{87CE8416-35B8-4AA9-8243-DF0379DAD6A1}" type="presParOf" srcId="{C72FE66E-74E5-4995-9C86-7ADE90AFE9AF}" destId="{81E047FB-80D5-400C-B8C0-F0F89E3DCEC5}" srcOrd="0" destOrd="0" presId="urn:microsoft.com/office/officeart/2005/8/layout/hierarchy1"/>
    <dgm:cxn modelId="{39A1C55D-378E-47ED-8A59-2307A8F2C685}" type="presParOf" srcId="{81E047FB-80D5-400C-B8C0-F0F89E3DCEC5}" destId="{50DB8394-8065-489B-8A0A-833B3904CF8F}" srcOrd="0" destOrd="0" presId="urn:microsoft.com/office/officeart/2005/8/layout/hierarchy1"/>
    <dgm:cxn modelId="{89C2E235-70DE-43A5-903E-E2FC7A2961D9}" type="presParOf" srcId="{81E047FB-80D5-400C-B8C0-F0F89E3DCEC5}" destId="{44B1FFB5-6761-4140-967B-7CD52473FFC0}" srcOrd="1" destOrd="0" presId="urn:microsoft.com/office/officeart/2005/8/layout/hierarchy1"/>
    <dgm:cxn modelId="{8DACF2D5-9F1F-4BAD-9273-FBF70257E9D4}" type="presParOf" srcId="{C72FE66E-74E5-4995-9C86-7ADE90AFE9AF}" destId="{68C0ACF9-6547-437F-B3B1-CD802BDBB65C}" srcOrd="1" destOrd="0" presId="urn:microsoft.com/office/officeart/2005/8/layout/hierarchy1"/>
    <dgm:cxn modelId="{CE7C52C4-454F-49E2-8A81-CAEC46858605}" type="presParOf" srcId="{B3ECC666-B040-4DB3-8387-41E698BEE32E}" destId="{A8F2C94E-086A-44AD-8BA5-3C1DF8272007}" srcOrd="1" destOrd="0" presId="urn:microsoft.com/office/officeart/2005/8/layout/hierarchy1"/>
    <dgm:cxn modelId="{B0A9B52E-51F2-42BA-A35F-13746635BC16}" type="presParOf" srcId="{A8F2C94E-086A-44AD-8BA5-3C1DF8272007}" destId="{534306BA-E762-43CF-83E5-D3E4D6964791}" srcOrd="0" destOrd="0" presId="urn:microsoft.com/office/officeart/2005/8/layout/hierarchy1"/>
    <dgm:cxn modelId="{7D5A4D2C-6B7A-466C-993E-F778BE75C472}" type="presParOf" srcId="{534306BA-E762-43CF-83E5-D3E4D6964791}" destId="{71F729D4-B262-425F-9EFF-433C8C2A00ED}" srcOrd="0" destOrd="0" presId="urn:microsoft.com/office/officeart/2005/8/layout/hierarchy1"/>
    <dgm:cxn modelId="{D896F96F-1285-4C0F-B74E-54E121FC9823}" type="presParOf" srcId="{534306BA-E762-43CF-83E5-D3E4D6964791}" destId="{D4CF1116-2DCE-4213-8375-0301575973A5}" srcOrd="1" destOrd="0" presId="urn:microsoft.com/office/officeart/2005/8/layout/hierarchy1"/>
    <dgm:cxn modelId="{0BE6CBFC-336C-4964-A6DD-CDC97FF3B4FA}" type="presParOf" srcId="{A8F2C94E-086A-44AD-8BA5-3C1DF8272007}" destId="{BBC5D6A2-420B-4534-99F6-C9989D5CD029}" srcOrd="1" destOrd="0" presId="urn:microsoft.com/office/officeart/2005/8/layout/hierarchy1"/>
    <dgm:cxn modelId="{3D0CA3B8-4F24-48D4-AD55-0F5660B8AE12}" type="presParOf" srcId="{B3ECC666-B040-4DB3-8387-41E698BEE32E}" destId="{739D2FF2-0B03-4E80-84F4-5515D1C9396E}" srcOrd="2" destOrd="0" presId="urn:microsoft.com/office/officeart/2005/8/layout/hierarchy1"/>
    <dgm:cxn modelId="{DB09FA8A-17A4-458F-A853-D02B660662D4}" type="presParOf" srcId="{739D2FF2-0B03-4E80-84F4-5515D1C9396E}" destId="{799B6F09-5394-447A-BB34-801216C8DC17}" srcOrd="0" destOrd="0" presId="urn:microsoft.com/office/officeart/2005/8/layout/hierarchy1"/>
    <dgm:cxn modelId="{004B9E36-F870-4E16-BCDA-48F6736471C0}" type="presParOf" srcId="{799B6F09-5394-447A-BB34-801216C8DC17}" destId="{C01D6B0A-6007-4CBF-A9A9-466B83FED2B4}" srcOrd="0" destOrd="0" presId="urn:microsoft.com/office/officeart/2005/8/layout/hierarchy1"/>
    <dgm:cxn modelId="{04924990-129E-4383-9F40-40E30CD75772}" type="presParOf" srcId="{799B6F09-5394-447A-BB34-801216C8DC17}" destId="{501FCC5A-92E0-4D89-B5A5-05013D16066C}" srcOrd="1" destOrd="0" presId="urn:microsoft.com/office/officeart/2005/8/layout/hierarchy1"/>
    <dgm:cxn modelId="{AF24EF0F-7B7E-4870-892E-F59273CED674}" type="presParOf" srcId="{739D2FF2-0B03-4E80-84F4-5515D1C9396E}" destId="{9CEBE2EF-2E98-44B6-92A8-69972B6EC8A7}" srcOrd="1" destOrd="0" presId="urn:microsoft.com/office/officeart/2005/8/layout/hierarchy1"/>
    <dgm:cxn modelId="{A3DB2972-B131-4F37-AC02-86E067CAD0D0}" type="presParOf" srcId="{B3ECC666-B040-4DB3-8387-41E698BEE32E}" destId="{FA49194F-8213-4563-9DAE-0FF92943C51B}" srcOrd="3" destOrd="0" presId="urn:microsoft.com/office/officeart/2005/8/layout/hierarchy1"/>
    <dgm:cxn modelId="{878B08C0-0D01-4D47-9C1D-98862A66F107}" type="presParOf" srcId="{FA49194F-8213-4563-9DAE-0FF92943C51B}" destId="{8B9D5B67-A176-41B4-B5A6-38383F373068}" srcOrd="0" destOrd="0" presId="urn:microsoft.com/office/officeart/2005/8/layout/hierarchy1"/>
    <dgm:cxn modelId="{832CB018-E54A-4D8A-9B00-6234BB0222B7}" type="presParOf" srcId="{8B9D5B67-A176-41B4-B5A6-38383F373068}" destId="{13394B8B-177A-4C1F-9F76-3767F2D0D54C}" srcOrd="0" destOrd="0" presId="urn:microsoft.com/office/officeart/2005/8/layout/hierarchy1"/>
    <dgm:cxn modelId="{BC006915-3AF4-472F-A8F3-7A0D47A2AF41}" type="presParOf" srcId="{8B9D5B67-A176-41B4-B5A6-38383F373068}" destId="{0655F9EA-0E1A-4BED-87B4-F069D9204B49}" srcOrd="1" destOrd="0" presId="urn:microsoft.com/office/officeart/2005/8/layout/hierarchy1"/>
    <dgm:cxn modelId="{40989657-A648-4DF9-BA56-552BDC39289C}" type="presParOf" srcId="{FA49194F-8213-4563-9DAE-0FF92943C51B}" destId="{6EC64966-0E46-4EE0-A934-D1CC94C6C1EF}" srcOrd="1" destOrd="0" presId="urn:microsoft.com/office/officeart/2005/8/layout/hierarchy1"/>
    <dgm:cxn modelId="{569FBAB3-17F2-4948-928B-915777DA7541}" type="presParOf" srcId="{B3ECC666-B040-4DB3-8387-41E698BEE32E}" destId="{1A63627C-DA48-43FF-BB80-30169C30EB70}" srcOrd="4" destOrd="0" presId="urn:microsoft.com/office/officeart/2005/8/layout/hierarchy1"/>
    <dgm:cxn modelId="{08E732D6-D75C-403B-AF6C-F17654CC9605}" type="presParOf" srcId="{1A63627C-DA48-43FF-BB80-30169C30EB70}" destId="{D364DD4E-6DB8-4B07-9E75-79B8DDB1F902}" srcOrd="0" destOrd="0" presId="urn:microsoft.com/office/officeart/2005/8/layout/hierarchy1"/>
    <dgm:cxn modelId="{1D46ADB0-835E-4D4C-A0D3-41DF808B2788}" type="presParOf" srcId="{D364DD4E-6DB8-4B07-9E75-79B8DDB1F902}" destId="{804C108B-B945-4E1A-8AEA-73714D5F4915}" srcOrd="0" destOrd="0" presId="urn:microsoft.com/office/officeart/2005/8/layout/hierarchy1"/>
    <dgm:cxn modelId="{3CE3381A-ADF9-450C-91FE-8A09889E30FF}" type="presParOf" srcId="{D364DD4E-6DB8-4B07-9E75-79B8DDB1F902}" destId="{FCD8730F-3023-4D43-B349-3B661BE15569}" srcOrd="1" destOrd="0" presId="urn:microsoft.com/office/officeart/2005/8/layout/hierarchy1"/>
    <dgm:cxn modelId="{DA6F08E4-F633-4212-8C04-459BA902D8EB}" type="presParOf" srcId="{1A63627C-DA48-43FF-BB80-30169C30EB70}" destId="{8803C3BF-3D22-49E2-98A5-5A5900BC9C43}" srcOrd="1" destOrd="0" presId="urn:microsoft.com/office/officeart/2005/8/layout/hierarchy1"/>
    <dgm:cxn modelId="{237F35BD-C765-433E-B388-DF4FFECD2BDB}" type="presParOf" srcId="{B3ECC666-B040-4DB3-8387-41E698BEE32E}" destId="{F06BB00C-D334-4CE2-BB14-C26960872CDD}" srcOrd="5" destOrd="0" presId="urn:microsoft.com/office/officeart/2005/8/layout/hierarchy1"/>
    <dgm:cxn modelId="{D786D82B-BCE7-4F29-9E6D-ACD88DC354AC}" type="presParOf" srcId="{F06BB00C-D334-4CE2-BB14-C26960872CDD}" destId="{F5A86D50-0AC6-4921-A10A-F8FE2E0CD004}" srcOrd="0" destOrd="0" presId="urn:microsoft.com/office/officeart/2005/8/layout/hierarchy1"/>
    <dgm:cxn modelId="{D43357EB-CEEF-4931-BB76-6C672E68625C}" type="presParOf" srcId="{F5A86D50-0AC6-4921-A10A-F8FE2E0CD004}" destId="{D99BC8C5-854F-4C0B-85C1-A3901E2E5B25}" srcOrd="0" destOrd="0" presId="urn:microsoft.com/office/officeart/2005/8/layout/hierarchy1"/>
    <dgm:cxn modelId="{50E55288-2508-4D7F-9ECF-DE8D3311C7D1}" type="presParOf" srcId="{F5A86D50-0AC6-4921-A10A-F8FE2E0CD004}" destId="{A8F539BD-AB3F-4A3A-8A3A-2118FFBBC116}" srcOrd="1" destOrd="0" presId="urn:microsoft.com/office/officeart/2005/8/layout/hierarchy1"/>
    <dgm:cxn modelId="{ED63BF6A-76DD-43B6-84CA-0B6C2C8B3C9C}" type="presParOf" srcId="{F06BB00C-D334-4CE2-BB14-C26960872CDD}" destId="{1276546A-9770-4493-A551-51FCC71F33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B8394-8065-489B-8A0A-833B3904CF8F}">
      <dsp:nvSpPr>
        <dsp:cNvPr id="0" name=""/>
        <dsp:cNvSpPr/>
      </dsp:nvSpPr>
      <dsp:spPr>
        <a:xfrm>
          <a:off x="1227" y="1377479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1FFB5-6761-4140-967B-7CD52473FFC0}">
      <dsp:nvSpPr>
        <dsp:cNvPr id="0" name=""/>
        <dsp:cNvSpPr/>
      </dsp:nvSpPr>
      <dsp:spPr>
        <a:xfrm>
          <a:off x="155934" y="1524450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Background</a:t>
          </a:r>
        </a:p>
      </dsp:txBody>
      <dsp:txXfrm>
        <a:off x="181830" y="1550346"/>
        <a:ext cx="1340569" cy="832357"/>
      </dsp:txXfrm>
    </dsp:sp>
    <dsp:sp modelId="{71F729D4-B262-425F-9EFF-433C8C2A00ED}">
      <dsp:nvSpPr>
        <dsp:cNvPr id="0" name=""/>
        <dsp:cNvSpPr/>
      </dsp:nvSpPr>
      <dsp:spPr>
        <a:xfrm>
          <a:off x="1703003" y="1377479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F1116-2DCE-4213-8375-0301575973A5}">
      <dsp:nvSpPr>
        <dsp:cNvPr id="0" name=""/>
        <dsp:cNvSpPr/>
      </dsp:nvSpPr>
      <dsp:spPr>
        <a:xfrm>
          <a:off x="1857709" y="1524450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 Details</a:t>
          </a:r>
        </a:p>
      </dsp:txBody>
      <dsp:txXfrm>
        <a:off x="1883605" y="1550346"/>
        <a:ext cx="1340569" cy="832357"/>
      </dsp:txXfrm>
    </dsp:sp>
    <dsp:sp modelId="{C01D6B0A-6007-4CBF-A9A9-466B83FED2B4}">
      <dsp:nvSpPr>
        <dsp:cNvPr id="0" name=""/>
        <dsp:cNvSpPr/>
      </dsp:nvSpPr>
      <dsp:spPr>
        <a:xfrm>
          <a:off x="3404778" y="1377479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FCC5A-92E0-4D89-B5A5-05013D16066C}">
      <dsp:nvSpPr>
        <dsp:cNvPr id="0" name=""/>
        <dsp:cNvSpPr/>
      </dsp:nvSpPr>
      <dsp:spPr>
        <a:xfrm>
          <a:off x="3559485" y="1524450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Model Details</a:t>
          </a:r>
        </a:p>
      </dsp:txBody>
      <dsp:txXfrm>
        <a:off x="3585381" y="1550346"/>
        <a:ext cx="1340569" cy="832357"/>
      </dsp:txXfrm>
    </dsp:sp>
    <dsp:sp modelId="{13394B8B-177A-4C1F-9F76-3767F2D0D54C}">
      <dsp:nvSpPr>
        <dsp:cNvPr id="0" name=""/>
        <dsp:cNvSpPr/>
      </dsp:nvSpPr>
      <dsp:spPr>
        <a:xfrm>
          <a:off x="5106553" y="1377479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5F9EA-0E1A-4BED-87B4-F069D9204B49}">
      <dsp:nvSpPr>
        <dsp:cNvPr id="0" name=""/>
        <dsp:cNvSpPr/>
      </dsp:nvSpPr>
      <dsp:spPr>
        <a:xfrm>
          <a:off x="5261260" y="1524450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Performance</a:t>
          </a:r>
        </a:p>
      </dsp:txBody>
      <dsp:txXfrm>
        <a:off x="5287156" y="1550346"/>
        <a:ext cx="1340569" cy="832357"/>
      </dsp:txXfrm>
    </dsp:sp>
    <dsp:sp modelId="{804C108B-B945-4E1A-8AEA-73714D5F4915}">
      <dsp:nvSpPr>
        <dsp:cNvPr id="0" name=""/>
        <dsp:cNvSpPr/>
      </dsp:nvSpPr>
      <dsp:spPr>
        <a:xfrm>
          <a:off x="6808328" y="1377479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8730F-3023-4D43-B349-3B661BE15569}">
      <dsp:nvSpPr>
        <dsp:cNvPr id="0" name=""/>
        <dsp:cNvSpPr/>
      </dsp:nvSpPr>
      <dsp:spPr>
        <a:xfrm>
          <a:off x="6963035" y="1524450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Limitations</a:t>
          </a:r>
        </a:p>
      </dsp:txBody>
      <dsp:txXfrm>
        <a:off x="6988931" y="1550346"/>
        <a:ext cx="1340569" cy="832357"/>
      </dsp:txXfrm>
    </dsp:sp>
    <dsp:sp modelId="{D99BC8C5-854F-4C0B-85C1-A3901E2E5B25}">
      <dsp:nvSpPr>
        <dsp:cNvPr id="0" name=""/>
        <dsp:cNvSpPr/>
      </dsp:nvSpPr>
      <dsp:spPr>
        <a:xfrm>
          <a:off x="8510103" y="1377479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539BD-AB3F-4A3A-8A3A-2118FFBBC116}">
      <dsp:nvSpPr>
        <dsp:cNvPr id="0" name=""/>
        <dsp:cNvSpPr/>
      </dsp:nvSpPr>
      <dsp:spPr>
        <a:xfrm>
          <a:off x="8664810" y="1524450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Discussion</a:t>
          </a:r>
        </a:p>
      </dsp:txBody>
      <dsp:txXfrm>
        <a:off x="8690706" y="1550346"/>
        <a:ext cx="1340569" cy="8323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B8394-8065-489B-8A0A-833B3904CF8F}">
      <dsp:nvSpPr>
        <dsp:cNvPr id="0" name=""/>
        <dsp:cNvSpPr/>
      </dsp:nvSpPr>
      <dsp:spPr>
        <a:xfrm>
          <a:off x="1227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1FFB5-6761-4140-967B-7CD52473FFC0}">
      <dsp:nvSpPr>
        <dsp:cNvPr id="0" name=""/>
        <dsp:cNvSpPr/>
      </dsp:nvSpPr>
      <dsp:spPr>
        <a:xfrm>
          <a:off x="155934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Background</a:t>
          </a:r>
        </a:p>
      </dsp:txBody>
      <dsp:txXfrm>
        <a:off x="181830" y="224198"/>
        <a:ext cx="1340569" cy="832357"/>
      </dsp:txXfrm>
    </dsp:sp>
    <dsp:sp modelId="{71F729D4-B262-425F-9EFF-433C8C2A00ED}">
      <dsp:nvSpPr>
        <dsp:cNvPr id="0" name=""/>
        <dsp:cNvSpPr/>
      </dsp:nvSpPr>
      <dsp:spPr>
        <a:xfrm>
          <a:off x="17030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F1116-2DCE-4213-8375-0301575973A5}">
      <dsp:nvSpPr>
        <dsp:cNvPr id="0" name=""/>
        <dsp:cNvSpPr/>
      </dsp:nvSpPr>
      <dsp:spPr>
        <a:xfrm>
          <a:off x="1857709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 Details</a:t>
          </a:r>
        </a:p>
      </dsp:txBody>
      <dsp:txXfrm>
        <a:off x="1883605" y="224198"/>
        <a:ext cx="1340569" cy="832357"/>
      </dsp:txXfrm>
    </dsp:sp>
    <dsp:sp modelId="{C01D6B0A-6007-4CBF-A9A9-466B83FED2B4}">
      <dsp:nvSpPr>
        <dsp:cNvPr id="0" name=""/>
        <dsp:cNvSpPr/>
      </dsp:nvSpPr>
      <dsp:spPr>
        <a:xfrm>
          <a:off x="340477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FCC5A-92E0-4D89-B5A5-05013D16066C}">
      <dsp:nvSpPr>
        <dsp:cNvPr id="0" name=""/>
        <dsp:cNvSpPr/>
      </dsp:nvSpPr>
      <dsp:spPr>
        <a:xfrm>
          <a:off x="355948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Model Details</a:t>
          </a:r>
        </a:p>
      </dsp:txBody>
      <dsp:txXfrm>
        <a:off x="3585381" y="224198"/>
        <a:ext cx="1340569" cy="832357"/>
      </dsp:txXfrm>
    </dsp:sp>
    <dsp:sp modelId="{13394B8B-177A-4C1F-9F76-3767F2D0D54C}">
      <dsp:nvSpPr>
        <dsp:cNvPr id="0" name=""/>
        <dsp:cNvSpPr/>
      </dsp:nvSpPr>
      <dsp:spPr>
        <a:xfrm>
          <a:off x="510655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5F9EA-0E1A-4BED-87B4-F069D9204B49}">
      <dsp:nvSpPr>
        <dsp:cNvPr id="0" name=""/>
        <dsp:cNvSpPr/>
      </dsp:nvSpPr>
      <dsp:spPr>
        <a:xfrm>
          <a:off x="526126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Performance</a:t>
          </a:r>
        </a:p>
      </dsp:txBody>
      <dsp:txXfrm>
        <a:off x="5287156" y="224198"/>
        <a:ext cx="1340569" cy="832357"/>
      </dsp:txXfrm>
    </dsp:sp>
    <dsp:sp modelId="{804C108B-B945-4E1A-8AEA-73714D5F4915}">
      <dsp:nvSpPr>
        <dsp:cNvPr id="0" name=""/>
        <dsp:cNvSpPr/>
      </dsp:nvSpPr>
      <dsp:spPr>
        <a:xfrm>
          <a:off x="680832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8730F-3023-4D43-B349-3B661BE15569}">
      <dsp:nvSpPr>
        <dsp:cNvPr id="0" name=""/>
        <dsp:cNvSpPr/>
      </dsp:nvSpPr>
      <dsp:spPr>
        <a:xfrm>
          <a:off x="696303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Limitations</a:t>
          </a:r>
        </a:p>
      </dsp:txBody>
      <dsp:txXfrm>
        <a:off x="6988931" y="224198"/>
        <a:ext cx="1340569" cy="832357"/>
      </dsp:txXfrm>
    </dsp:sp>
    <dsp:sp modelId="{D99BC8C5-854F-4C0B-85C1-A3901E2E5B25}">
      <dsp:nvSpPr>
        <dsp:cNvPr id="0" name=""/>
        <dsp:cNvSpPr/>
      </dsp:nvSpPr>
      <dsp:spPr>
        <a:xfrm>
          <a:off x="85101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539BD-AB3F-4A3A-8A3A-2118FFBBC116}">
      <dsp:nvSpPr>
        <dsp:cNvPr id="0" name=""/>
        <dsp:cNvSpPr/>
      </dsp:nvSpPr>
      <dsp:spPr>
        <a:xfrm>
          <a:off x="866481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Discussion</a:t>
          </a:r>
        </a:p>
      </dsp:txBody>
      <dsp:txXfrm>
        <a:off x="8690706" y="224198"/>
        <a:ext cx="1340569" cy="8323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B8394-8065-489B-8A0A-833B3904CF8F}">
      <dsp:nvSpPr>
        <dsp:cNvPr id="0" name=""/>
        <dsp:cNvSpPr/>
      </dsp:nvSpPr>
      <dsp:spPr>
        <a:xfrm>
          <a:off x="1227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1FFB5-6761-4140-967B-7CD52473FFC0}">
      <dsp:nvSpPr>
        <dsp:cNvPr id="0" name=""/>
        <dsp:cNvSpPr/>
      </dsp:nvSpPr>
      <dsp:spPr>
        <a:xfrm>
          <a:off x="155934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Background</a:t>
          </a:r>
        </a:p>
      </dsp:txBody>
      <dsp:txXfrm>
        <a:off x="181830" y="224198"/>
        <a:ext cx="1340569" cy="832357"/>
      </dsp:txXfrm>
    </dsp:sp>
    <dsp:sp modelId="{71F729D4-B262-425F-9EFF-433C8C2A00ED}">
      <dsp:nvSpPr>
        <dsp:cNvPr id="0" name=""/>
        <dsp:cNvSpPr/>
      </dsp:nvSpPr>
      <dsp:spPr>
        <a:xfrm>
          <a:off x="17030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F1116-2DCE-4213-8375-0301575973A5}">
      <dsp:nvSpPr>
        <dsp:cNvPr id="0" name=""/>
        <dsp:cNvSpPr/>
      </dsp:nvSpPr>
      <dsp:spPr>
        <a:xfrm>
          <a:off x="1857709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 Details</a:t>
          </a:r>
        </a:p>
      </dsp:txBody>
      <dsp:txXfrm>
        <a:off x="1883605" y="224198"/>
        <a:ext cx="1340569" cy="832357"/>
      </dsp:txXfrm>
    </dsp:sp>
    <dsp:sp modelId="{C01D6B0A-6007-4CBF-A9A9-466B83FED2B4}">
      <dsp:nvSpPr>
        <dsp:cNvPr id="0" name=""/>
        <dsp:cNvSpPr/>
      </dsp:nvSpPr>
      <dsp:spPr>
        <a:xfrm>
          <a:off x="340477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FCC5A-92E0-4D89-B5A5-05013D16066C}">
      <dsp:nvSpPr>
        <dsp:cNvPr id="0" name=""/>
        <dsp:cNvSpPr/>
      </dsp:nvSpPr>
      <dsp:spPr>
        <a:xfrm>
          <a:off x="355948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Model Details</a:t>
          </a:r>
        </a:p>
      </dsp:txBody>
      <dsp:txXfrm>
        <a:off x="3585381" y="224198"/>
        <a:ext cx="1340569" cy="832357"/>
      </dsp:txXfrm>
    </dsp:sp>
    <dsp:sp modelId="{13394B8B-177A-4C1F-9F76-3767F2D0D54C}">
      <dsp:nvSpPr>
        <dsp:cNvPr id="0" name=""/>
        <dsp:cNvSpPr/>
      </dsp:nvSpPr>
      <dsp:spPr>
        <a:xfrm>
          <a:off x="510655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5F9EA-0E1A-4BED-87B4-F069D9204B49}">
      <dsp:nvSpPr>
        <dsp:cNvPr id="0" name=""/>
        <dsp:cNvSpPr/>
      </dsp:nvSpPr>
      <dsp:spPr>
        <a:xfrm>
          <a:off x="526126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Performance</a:t>
          </a:r>
        </a:p>
      </dsp:txBody>
      <dsp:txXfrm>
        <a:off x="5287156" y="224198"/>
        <a:ext cx="1340569" cy="832357"/>
      </dsp:txXfrm>
    </dsp:sp>
    <dsp:sp modelId="{804C108B-B945-4E1A-8AEA-73714D5F4915}">
      <dsp:nvSpPr>
        <dsp:cNvPr id="0" name=""/>
        <dsp:cNvSpPr/>
      </dsp:nvSpPr>
      <dsp:spPr>
        <a:xfrm>
          <a:off x="680832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8730F-3023-4D43-B349-3B661BE15569}">
      <dsp:nvSpPr>
        <dsp:cNvPr id="0" name=""/>
        <dsp:cNvSpPr/>
      </dsp:nvSpPr>
      <dsp:spPr>
        <a:xfrm>
          <a:off x="696303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Limitations</a:t>
          </a:r>
        </a:p>
      </dsp:txBody>
      <dsp:txXfrm>
        <a:off x="6988931" y="224198"/>
        <a:ext cx="1340569" cy="832357"/>
      </dsp:txXfrm>
    </dsp:sp>
    <dsp:sp modelId="{D99BC8C5-854F-4C0B-85C1-A3901E2E5B25}">
      <dsp:nvSpPr>
        <dsp:cNvPr id="0" name=""/>
        <dsp:cNvSpPr/>
      </dsp:nvSpPr>
      <dsp:spPr>
        <a:xfrm>
          <a:off x="85101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539BD-AB3F-4A3A-8A3A-2118FFBBC116}">
      <dsp:nvSpPr>
        <dsp:cNvPr id="0" name=""/>
        <dsp:cNvSpPr/>
      </dsp:nvSpPr>
      <dsp:spPr>
        <a:xfrm>
          <a:off x="866481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Discussion</a:t>
          </a:r>
        </a:p>
      </dsp:txBody>
      <dsp:txXfrm>
        <a:off x="8690706" y="224198"/>
        <a:ext cx="1340569" cy="8323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B8394-8065-489B-8A0A-833B3904CF8F}">
      <dsp:nvSpPr>
        <dsp:cNvPr id="0" name=""/>
        <dsp:cNvSpPr/>
      </dsp:nvSpPr>
      <dsp:spPr>
        <a:xfrm>
          <a:off x="1227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1FFB5-6761-4140-967B-7CD52473FFC0}">
      <dsp:nvSpPr>
        <dsp:cNvPr id="0" name=""/>
        <dsp:cNvSpPr/>
      </dsp:nvSpPr>
      <dsp:spPr>
        <a:xfrm>
          <a:off x="155934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Background</a:t>
          </a:r>
        </a:p>
      </dsp:txBody>
      <dsp:txXfrm>
        <a:off x="181830" y="224198"/>
        <a:ext cx="1340569" cy="832357"/>
      </dsp:txXfrm>
    </dsp:sp>
    <dsp:sp modelId="{71F729D4-B262-425F-9EFF-433C8C2A00ED}">
      <dsp:nvSpPr>
        <dsp:cNvPr id="0" name=""/>
        <dsp:cNvSpPr/>
      </dsp:nvSpPr>
      <dsp:spPr>
        <a:xfrm>
          <a:off x="17030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F1116-2DCE-4213-8375-0301575973A5}">
      <dsp:nvSpPr>
        <dsp:cNvPr id="0" name=""/>
        <dsp:cNvSpPr/>
      </dsp:nvSpPr>
      <dsp:spPr>
        <a:xfrm>
          <a:off x="1857709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Data Details</a:t>
          </a:r>
        </a:p>
      </dsp:txBody>
      <dsp:txXfrm>
        <a:off x="1883605" y="224198"/>
        <a:ext cx="1340569" cy="832357"/>
      </dsp:txXfrm>
    </dsp:sp>
    <dsp:sp modelId="{C01D6B0A-6007-4CBF-A9A9-466B83FED2B4}">
      <dsp:nvSpPr>
        <dsp:cNvPr id="0" name=""/>
        <dsp:cNvSpPr/>
      </dsp:nvSpPr>
      <dsp:spPr>
        <a:xfrm>
          <a:off x="340477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FCC5A-92E0-4D89-B5A5-05013D16066C}">
      <dsp:nvSpPr>
        <dsp:cNvPr id="0" name=""/>
        <dsp:cNvSpPr/>
      </dsp:nvSpPr>
      <dsp:spPr>
        <a:xfrm>
          <a:off x="355948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Model Details</a:t>
          </a:r>
        </a:p>
      </dsp:txBody>
      <dsp:txXfrm>
        <a:off x="3585381" y="224198"/>
        <a:ext cx="1340569" cy="832357"/>
      </dsp:txXfrm>
    </dsp:sp>
    <dsp:sp modelId="{13394B8B-177A-4C1F-9F76-3767F2D0D54C}">
      <dsp:nvSpPr>
        <dsp:cNvPr id="0" name=""/>
        <dsp:cNvSpPr/>
      </dsp:nvSpPr>
      <dsp:spPr>
        <a:xfrm>
          <a:off x="510655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5F9EA-0E1A-4BED-87B4-F069D9204B49}">
      <dsp:nvSpPr>
        <dsp:cNvPr id="0" name=""/>
        <dsp:cNvSpPr/>
      </dsp:nvSpPr>
      <dsp:spPr>
        <a:xfrm>
          <a:off x="526126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Performance</a:t>
          </a:r>
        </a:p>
      </dsp:txBody>
      <dsp:txXfrm>
        <a:off x="5287156" y="224198"/>
        <a:ext cx="1340569" cy="832357"/>
      </dsp:txXfrm>
    </dsp:sp>
    <dsp:sp modelId="{804C108B-B945-4E1A-8AEA-73714D5F4915}">
      <dsp:nvSpPr>
        <dsp:cNvPr id="0" name=""/>
        <dsp:cNvSpPr/>
      </dsp:nvSpPr>
      <dsp:spPr>
        <a:xfrm>
          <a:off x="680832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8730F-3023-4D43-B349-3B661BE15569}">
      <dsp:nvSpPr>
        <dsp:cNvPr id="0" name=""/>
        <dsp:cNvSpPr/>
      </dsp:nvSpPr>
      <dsp:spPr>
        <a:xfrm>
          <a:off x="696303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Limitations</a:t>
          </a:r>
        </a:p>
      </dsp:txBody>
      <dsp:txXfrm>
        <a:off x="6988931" y="224198"/>
        <a:ext cx="1340569" cy="832357"/>
      </dsp:txXfrm>
    </dsp:sp>
    <dsp:sp modelId="{D99BC8C5-854F-4C0B-85C1-A3901E2E5B25}">
      <dsp:nvSpPr>
        <dsp:cNvPr id="0" name=""/>
        <dsp:cNvSpPr/>
      </dsp:nvSpPr>
      <dsp:spPr>
        <a:xfrm>
          <a:off x="85101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539BD-AB3F-4A3A-8A3A-2118FFBBC116}">
      <dsp:nvSpPr>
        <dsp:cNvPr id="0" name=""/>
        <dsp:cNvSpPr/>
      </dsp:nvSpPr>
      <dsp:spPr>
        <a:xfrm>
          <a:off x="866481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Discussion</a:t>
          </a:r>
        </a:p>
      </dsp:txBody>
      <dsp:txXfrm>
        <a:off x="8690706" y="224198"/>
        <a:ext cx="1340569" cy="8323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B8394-8065-489B-8A0A-833B3904CF8F}">
      <dsp:nvSpPr>
        <dsp:cNvPr id="0" name=""/>
        <dsp:cNvSpPr/>
      </dsp:nvSpPr>
      <dsp:spPr>
        <a:xfrm>
          <a:off x="1227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1FFB5-6761-4140-967B-7CD52473FFC0}">
      <dsp:nvSpPr>
        <dsp:cNvPr id="0" name=""/>
        <dsp:cNvSpPr/>
      </dsp:nvSpPr>
      <dsp:spPr>
        <a:xfrm>
          <a:off x="155934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Background</a:t>
          </a:r>
        </a:p>
      </dsp:txBody>
      <dsp:txXfrm>
        <a:off x="181830" y="224198"/>
        <a:ext cx="1340569" cy="832357"/>
      </dsp:txXfrm>
    </dsp:sp>
    <dsp:sp modelId="{71F729D4-B262-425F-9EFF-433C8C2A00ED}">
      <dsp:nvSpPr>
        <dsp:cNvPr id="0" name=""/>
        <dsp:cNvSpPr/>
      </dsp:nvSpPr>
      <dsp:spPr>
        <a:xfrm>
          <a:off x="17030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F1116-2DCE-4213-8375-0301575973A5}">
      <dsp:nvSpPr>
        <dsp:cNvPr id="0" name=""/>
        <dsp:cNvSpPr/>
      </dsp:nvSpPr>
      <dsp:spPr>
        <a:xfrm>
          <a:off x="1857709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Data Details</a:t>
          </a:r>
        </a:p>
      </dsp:txBody>
      <dsp:txXfrm>
        <a:off x="1883605" y="224198"/>
        <a:ext cx="1340569" cy="832357"/>
      </dsp:txXfrm>
    </dsp:sp>
    <dsp:sp modelId="{C01D6B0A-6007-4CBF-A9A9-466B83FED2B4}">
      <dsp:nvSpPr>
        <dsp:cNvPr id="0" name=""/>
        <dsp:cNvSpPr/>
      </dsp:nvSpPr>
      <dsp:spPr>
        <a:xfrm>
          <a:off x="340477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FCC5A-92E0-4D89-B5A5-05013D16066C}">
      <dsp:nvSpPr>
        <dsp:cNvPr id="0" name=""/>
        <dsp:cNvSpPr/>
      </dsp:nvSpPr>
      <dsp:spPr>
        <a:xfrm>
          <a:off x="355948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Model Details</a:t>
          </a:r>
        </a:p>
      </dsp:txBody>
      <dsp:txXfrm>
        <a:off x="3585381" y="224198"/>
        <a:ext cx="1340569" cy="832357"/>
      </dsp:txXfrm>
    </dsp:sp>
    <dsp:sp modelId="{13394B8B-177A-4C1F-9F76-3767F2D0D54C}">
      <dsp:nvSpPr>
        <dsp:cNvPr id="0" name=""/>
        <dsp:cNvSpPr/>
      </dsp:nvSpPr>
      <dsp:spPr>
        <a:xfrm>
          <a:off x="510655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5F9EA-0E1A-4BED-87B4-F069D9204B49}">
      <dsp:nvSpPr>
        <dsp:cNvPr id="0" name=""/>
        <dsp:cNvSpPr/>
      </dsp:nvSpPr>
      <dsp:spPr>
        <a:xfrm>
          <a:off x="526126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Performance</a:t>
          </a:r>
        </a:p>
      </dsp:txBody>
      <dsp:txXfrm>
        <a:off x="5287156" y="224198"/>
        <a:ext cx="1340569" cy="832357"/>
      </dsp:txXfrm>
    </dsp:sp>
    <dsp:sp modelId="{804C108B-B945-4E1A-8AEA-73714D5F4915}">
      <dsp:nvSpPr>
        <dsp:cNvPr id="0" name=""/>
        <dsp:cNvSpPr/>
      </dsp:nvSpPr>
      <dsp:spPr>
        <a:xfrm>
          <a:off x="680832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8730F-3023-4D43-B349-3B661BE15569}">
      <dsp:nvSpPr>
        <dsp:cNvPr id="0" name=""/>
        <dsp:cNvSpPr/>
      </dsp:nvSpPr>
      <dsp:spPr>
        <a:xfrm>
          <a:off x="696303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Limitations</a:t>
          </a:r>
        </a:p>
      </dsp:txBody>
      <dsp:txXfrm>
        <a:off x="6988931" y="224198"/>
        <a:ext cx="1340569" cy="832357"/>
      </dsp:txXfrm>
    </dsp:sp>
    <dsp:sp modelId="{D99BC8C5-854F-4C0B-85C1-A3901E2E5B25}">
      <dsp:nvSpPr>
        <dsp:cNvPr id="0" name=""/>
        <dsp:cNvSpPr/>
      </dsp:nvSpPr>
      <dsp:spPr>
        <a:xfrm>
          <a:off x="85101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539BD-AB3F-4A3A-8A3A-2118FFBBC116}">
      <dsp:nvSpPr>
        <dsp:cNvPr id="0" name=""/>
        <dsp:cNvSpPr/>
      </dsp:nvSpPr>
      <dsp:spPr>
        <a:xfrm>
          <a:off x="866481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Discussion</a:t>
          </a:r>
        </a:p>
      </dsp:txBody>
      <dsp:txXfrm>
        <a:off x="8690706" y="224198"/>
        <a:ext cx="1340569" cy="8323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B8394-8065-489B-8A0A-833B3904CF8F}">
      <dsp:nvSpPr>
        <dsp:cNvPr id="0" name=""/>
        <dsp:cNvSpPr/>
      </dsp:nvSpPr>
      <dsp:spPr>
        <a:xfrm>
          <a:off x="1227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1FFB5-6761-4140-967B-7CD52473FFC0}">
      <dsp:nvSpPr>
        <dsp:cNvPr id="0" name=""/>
        <dsp:cNvSpPr/>
      </dsp:nvSpPr>
      <dsp:spPr>
        <a:xfrm>
          <a:off x="155934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Background</a:t>
          </a:r>
        </a:p>
      </dsp:txBody>
      <dsp:txXfrm>
        <a:off x="181830" y="224198"/>
        <a:ext cx="1340569" cy="832357"/>
      </dsp:txXfrm>
    </dsp:sp>
    <dsp:sp modelId="{71F729D4-B262-425F-9EFF-433C8C2A00ED}">
      <dsp:nvSpPr>
        <dsp:cNvPr id="0" name=""/>
        <dsp:cNvSpPr/>
      </dsp:nvSpPr>
      <dsp:spPr>
        <a:xfrm>
          <a:off x="17030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F1116-2DCE-4213-8375-0301575973A5}">
      <dsp:nvSpPr>
        <dsp:cNvPr id="0" name=""/>
        <dsp:cNvSpPr/>
      </dsp:nvSpPr>
      <dsp:spPr>
        <a:xfrm>
          <a:off x="1857709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 Details</a:t>
          </a:r>
        </a:p>
      </dsp:txBody>
      <dsp:txXfrm>
        <a:off x="1883605" y="224198"/>
        <a:ext cx="1340569" cy="832357"/>
      </dsp:txXfrm>
    </dsp:sp>
    <dsp:sp modelId="{C01D6B0A-6007-4CBF-A9A9-466B83FED2B4}">
      <dsp:nvSpPr>
        <dsp:cNvPr id="0" name=""/>
        <dsp:cNvSpPr/>
      </dsp:nvSpPr>
      <dsp:spPr>
        <a:xfrm>
          <a:off x="340477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FCC5A-92E0-4D89-B5A5-05013D16066C}">
      <dsp:nvSpPr>
        <dsp:cNvPr id="0" name=""/>
        <dsp:cNvSpPr/>
      </dsp:nvSpPr>
      <dsp:spPr>
        <a:xfrm>
          <a:off x="355948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Model Details</a:t>
          </a:r>
        </a:p>
      </dsp:txBody>
      <dsp:txXfrm>
        <a:off x="3585381" y="224198"/>
        <a:ext cx="1340569" cy="832357"/>
      </dsp:txXfrm>
    </dsp:sp>
    <dsp:sp modelId="{13394B8B-177A-4C1F-9F76-3767F2D0D54C}">
      <dsp:nvSpPr>
        <dsp:cNvPr id="0" name=""/>
        <dsp:cNvSpPr/>
      </dsp:nvSpPr>
      <dsp:spPr>
        <a:xfrm>
          <a:off x="510655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5F9EA-0E1A-4BED-87B4-F069D9204B49}">
      <dsp:nvSpPr>
        <dsp:cNvPr id="0" name=""/>
        <dsp:cNvSpPr/>
      </dsp:nvSpPr>
      <dsp:spPr>
        <a:xfrm>
          <a:off x="526126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Performance</a:t>
          </a:r>
        </a:p>
      </dsp:txBody>
      <dsp:txXfrm>
        <a:off x="5287156" y="224198"/>
        <a:ext cx="1340569" cy="832357"/>
      </dsp:txXfrm>
    </dsp:sp>
    <dsp:sp modelId="{804C108B-B945-4E1A-8AEA-73714D5F4915}">
      <dsp:nvSpPr>
        <dsp:cNvPr id="0" name=""/>
        <dsp:cNvSpPr/>
      </dsp:nvSpPr>
      <dsp:spPr>
        <a:xfrm>
          <a:off x="680832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8730F-3023-4D43-B349-3B661BE15569}">
      <dsp:nvSpPr>
        <dsp:cNvPr id="0" name=""/>
        <dsp:cNvSpPr/>
      </dsp:nvSpPr>
      <dsp:spPr>
        <a:xfrm>
          <a:off x="696303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Limitations</a:t>
          </a:r>
        </a:p>
      </dsp:txBody>
      <dsp:txXfrm>
        <a:off x="6988931" y="224198"/>
        <a:ext cx="1340569" cy="832357"/>
      </dsp:txXfrm>
    </dsp:sp>
    <dsp:sp modelId="{D99BC8C5-854F-4C0B-85C1-A3901E2E5B25}">
      <dsp:nvSpPr>
        <dsp:cNvPr id="0" name=""/>
        <dsp:cNvSpPr/>
      </dsp:nvSpPr>
      <dsp:spPr>
        <a:xfrm>
          <a:off x="85101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539BD-AB3F-4A3A-8A3A-2118FFBBC116}">
      <dsp:nvSpPr>
        <dsp:cNvPr id="0" name=""/>
        <dsp:cNvSpPr/>
      </dsp:nvSpPr>
      <dsp:spPr>
        <a:xfrm>
          <a:off x="866481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Discussion</a:t>
          </a:r>
        </a:p>
      </dsp:txBody>
      <dsp:txXfrm>
        <a:off x="8690706" y="224198"/>
        <a:ext cx="1340569" cy="8323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B8394-8065-489B-8A0A-833B3904CF8F}">
      <dsp:nvSpPr>
        <dsp:cNvPr id="0" name=""/>
        <dsp:cNvSpPr/>
      </dsp:nvSpPr>
      <dsp:spPr>
        <a:xfrm>
          <a:off x="1227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1FFB5-6761-4140-967B-7CD52473FFC0}">
      <dsp:nvSpPr>
        <dsp:cNvPr id="0" name=""/>
        <dsp:cNvSpPr/>
      </dsp:nvSpPr>
      <dsp:spPr>
        <a:xfrm>
          <a:off x="155934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Background</a:t>
          </a:r>
        </a:p>
      </dsp:txBody>
      <dsp:txXfrm>
        <a:off x="181830" y="224198"/>
        <a:ext cx="1340569" cy="832357"/>
      </dsp:txXfrm>
    </dsp:sp>
    <dsp:sp modelId="{71F729D4-B262-425F-9EFF-433C8C2A00ED}">
      <dsp:nvSpPr>
        <dsp:cNvPr id="0" name=""/>
        <dsp:cNvSpPr/>
      </dsp:nvSpPr>
      <dsp:spPr>
        <a:xfrm>
          <a:off x="17030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F1116-2DCE-4213-8375-0301575973A5}">
      <dsp:nvSpPr>
        <dsp:cNvPr id="0" name=""/>
        <dsp:cNvSpPr/>
      </dsp:nvSpPr>
      <dsp:spPr>
        <a:xfrm>
          <a:off x="1857709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 Details</a:t>
          </a:r>
        </a:p>
      </dsp:txBody>
      <dsp:txXfrm>
        <a:off x="1883605" y="224198"/>
        <a:ext cx="1340569" cy="832357"/>
      </dsp:txXfrm>
    </dsp:sp>
    <dsp:sp modelId="{C01D6B0A-6007-4CBF-A9A9-466B83FED2B4}">
      <dsp:nvSpPr>
        <dsp:cNvPr id="0" name=""/>
        <dsp:cNvSpPr/>
      </dsp:nvSpPr>
      <dsp:spPr>
        <a:xfrm>
          <a:off x="340477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FCC5A-92E0-4D89-B5A5-05013D16066C}">
      <dsp:nvSpPr>
        <dsp:cNvPr id="0" name=""/>
        <dsp:cNvSpPr/>
      </dsp:nvSpPr>
      <dsp:spPr>
        <a:xfrm>
          <a:off x="355948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Model Details</a:t>
          </a:r>
        </a:p>
      </dsp:txBody>
      <dsp:txXfrm>
        <a:off x="3585381" y="224198"/>
        <a:ext cx="1340569" cy="832357"/>
      </dsp:txXfrm>
    </dsp:sp>
    <dsp:sp modelId="{13394B8B-177A-4C1F-9F76-3767F2D0D54C}">
      <dsp:nvSpPr>
        <dsp:cNvPr id="0" name=""/>
        <dsp:cNvSpPr/>
      </dsp:nvSpPr>
      <dsp:spPr>
        <a:xfrm>
          <a:off x="510655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5F9EA-0E1A-4BED-87B4-F069D9204B49}">
      <dsp:nvSpPr>
        <dsp:cNvPr id="0" name=""/>
        <dsp:cNvSpPr/>
      </dsp:nvSpPr>
      <dsp:spPr>
        <a:xfrm>
          <a:off x="526126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Performance</a:t>
          </a:r>
        </a:p>
      </dsp:txBody>
      <dsp:txXfrm>
        <a:off x="5287156" y="224198"/>
        <a:ext cx="1340569" cy="832357"/>
      </dsp:txXfrm>
    </dsp:sp>
    <dsp:sp modelId="{804C108B-B945-4E1A-8AEA-73714D5F4915}">
      <dsp:nvSpPr>
        <dsp:cNvPr id="0" name=""/>
        <dsp:cNvSpPr/>
      </dsp:nvSpPr>
      <dsp:spPr>
        <a:xfrm>
          <a:off x="680832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8730F-3023-4D43-B349-3B661BE15569}">
      <dsp:nvSpPr>
        <dsp:cNvPr id="0" name=""/>
        <dsp:cNvSpPr/>
      </dsp:nvSpPr>
      <dsp:spPr>
        <a:xfrm>
          <a:off x="696303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Limitations</a:t>
          </a:r>
        </a:p>
      </dsp:txBody>
      <dsp:txXfrm>
        <a:off x="6988931" y="224198"/>
        <a:ext cx="1340569" cy="832357"/>
      </dsp:txXfrm>
    </dsp:sp>
    <dsp:sp modelId="{D99BC8C5-854F-4C0B-85C1-A3901E2E5B25}">
      <dsp:nvSpPr>
        <dsp:cNvPr id="0" name=""/>
        <dsp:cNvSpPr/>
      </dsp:nvSpPr>
      <dsp:spPr>
        <a:xfrm>
          <a:off x="85101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539BD-AB3F-4A3A-8A3A-2118FFBBC116}">
      <dsp:nvSpPr>
        <dsp:cNvPr id="0" name=""/>
        <dsp:cNvSpPr/>
      </dsp:nvSpPr>
      <dsp:spPr>
        <a:xfrm>
          <a:off x="866481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Discussion</a:t>
          </a:r>
        </a:p>
      </dsp:txBody>
      <dsp:txXfrm>
        <a:off x="8690706" y="224198"/>
        <a:ext cx="1340569" cy="83235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B8394-8065-489B-8A0A-833B3904CF8F}">
      <dsp:nvSpPr>
        <dsp:cNvPr id="0" name=""/>
        <dsp:cNvSpPr/>
      </dsp:nvSpPr>
      <dsp:spPr>
        <a:xfrm>
          <a:off x="1227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1FFB5-6761-4140-967B-7CD52473FFC0}">
      <dsp:nvSpPr>
        <dsp:cNvPr id="0" name=""/>
        <dsp:cNvSpPr/>
      </dsp:nvSpPr>
      <dsp:spPr>
        <a:xfrm>
          <a:off x="155934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Background</a:t>
          </a:r>
        </a:p>
      </dsp:txBody>
      <dsp:txXfrm>
        <a:off x="181830" y="224198"/>
        <a:ext cx="1340569" cy="832357"/>
      </dsp:txXfrm>
    </dsp:sp>
    <dsp:sp modelId="{71F729D4-B262-425F-9EFF-433C8C2A00ED}">
      <dsp:nvSpPr>
        <dsp:cNvPr id="0" name=""/>
        <dsp:cNvSpPr/>
      </dsp:nvSpPr>
      <dsp:spPr>
        <a:xfrm>
          <a:off x="17030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F1116-2DCE-4213-8375-0301575973A5}">
      <dsp:nvSpPr>
        <dsp:cNvPr id="0" name=""/>
        <dsp:cNvSpPr/>
      </dsp:nvSpPr>
      <dsp:spPr>
        <a:xfrm>
          <a:off x="1857709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Details</a:t>
          </a:r>
        </a:p>
      </dsp:txBody>
      <dsp:txXfrm>
        <a:off x="1883605" y="224198"/>
        <a:ext cx="1340569" cy="832357"/>
      </dsp:txXfrm>
    </dsp:sp>
    <dsp:sp modelId="{C01D6B0A-6007-4CBF-A9A9-466B83FED2B4}">
      <dsp:nvSpPr>
        <dsp:cNvPr id="0" name=""/>
        <dsp:cNvSpPr/>
      </dsp:nvSpPr>
      <dsp:spPr>
        <a:xfrm>
          <a:off x="340477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FCC5A-92E0-4D89-B5A5-05013D16066C}">
      <dsp:nvSpPr>
        <dsp:cNvPr id="0" name=""/>
        <dsp:cNvSpPr/>
      </dsp:nvSpPr>
      <dsp:spPr>
        <a:xfrm>
          <a:off x="355948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Model Details</a:t>
          </a:r>
        </a:p>
      </dsp:txBody>
      <dsp:txXfrm>
        <a:off x="3585381" y="224198"/>
        <a:ext cx="1340569" cy="832357"/>
      </dsp:txXfrm>
    </dsp:sp>
    <dsp:sp modelId="{13394B8B-177A-4C1F-9F76-3767F2D0D54C}">
      <dsp:nvSpPr>
        <dsp:cNvPr id="0" name=""/>
        <dsp:cNvSpPr/>
      </dsp:nvSpPr>
      <dsp:spPr>
        <a:xfrm>
          <a:off x="510655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5F9EA-0E1A-4BED-87B4-F069D9204B49}">
      <dsp:nvSpPr>
        <dsp:cNvPr id="0" name=""/>
        <dsp:cNvSpPr/>
      </dsp:nvSpPr>
      <dsp:spPr>
        <a:xfrm>
          <a:off x="526126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Performance</a:t>
          </a:r>
        </a:p>
      </dsp:txBody>
      <dsp:txXfrm>
        <a:off x="5287156" y="224198"/>
        <a:ext cx="1340569" cy="832357"/>
      </dsp:txXfrm>
    </dsp:sp>
    <dsp:sp modelId="{804C108B-B945-4E1A-8AEA-73714D5F4915}">
      <dsp:nvSpPr>
        <dsp:cNvPr id="0" name=""/>
        <dsp:cNvSpPr/>
      </dsp:nvSpPr>
      <dsp:spPr>
        <a:xfrm>
          <a:off x="680832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8730F-3023-4D43-B349-3B661BE15569}">
      <dsp:nvSpPr>
        <dsp:cNvPr id="0" name=""/>
        <dsp:cNvSpPr/>
      </dsp:nvSpPr>
      <dsp:spPr>
        <a:xfrm>
          <a:off x="696303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Limitations</a:t>
          </a:r>
        </a:p>
      </dsp:txBody>
      <dsp:txXfrm>
        <a:off x="6988931" y="224198"/>
        <a:ext cx="1340569" cy="832357"/>
      </dsp:txXfrm>
    </dsp:sp>
    <dsp:sp modelId="{D99BC8C5-854F-4C0B-85C1-A3901E2E5B25}">
      <dsp:nvSpPr>
        <dsp:cNvPr id="0" name=""/>
        <dsp:cNvSpPr/>
      </dsp:nvSpPr>
      <dsp:spPr>
        <a:xfrm>
          <a:off x="85101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539BD-AB3F-4A3A-8A3A-2118FFBBC116}">
      <dsp:nvSpPr>
        <dsp:cNvPr id="0" name=""/>
        <dsp:cNvSpPr/>
      </dsp:nvSpPr>
      <dsp:spPr>
        <a:xfrm>
          <a:off x="866481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Discussion</a:t>
          </a:r>
        </a:p>
      </dsp:txBody>
      <dsp:txXfrm>
        <a:off x="8690706" y="224198"/>
        <a:ext cx="1340569" cy="83235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B8394-8065-489B-8A0A-833B3904CF8F}">
      <dsp:nvSpPr>
        <dsp:cNvPr id="0" name=""/>
        <dsp:cNvSpPr/>
      </dsp:nvSpPr>
      <dsp:spPr>
        <a:xfrm>
          <a:off x="1227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1FFB5-6761-4140-967B-7CD52473FFC0}">
      <dsp:nvSpPr>
        <dsp:cNvPr id="0" name=""/>
        <dsp:cNvSpPr/>
      </dsp:nvSpPr>
      <dsp:spPr>
        <a:xfrm>
          <a:off x="155934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Background</a:t>
          </a:r>
        </a:p>
      </dsp:txBody>
      <dsp:txXfrm>
        <a:off x="181830" y="224198"/>
        <a:ext cx="1340569" cy="832357"/>
      </dsp:txXfrm>
    </dsp:sp>
    <dsp:sp modelId="{71F729D4-B262-425F-9EFF-433C8C2A00ED}">
      <dsp:nvSpPr>
        <dsp:cNvPr id="0" name=""/>
        <dsp:cNvSpPr/>
      </dsp:nvSpPr>
      <dsp:spPr>
        <a:xfrm>
          <a:off x="17030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F1116-2DCE-4213-8375-0301575973A5}">
      <dsp:nvSpPr>
        <dsp:cNvPr id="0" name=""/>
        <dsp:cNvSpPr/>
      </dsp:nvSpPr>
      <dsp:spPr>
        <a:xfrm>
          <a:off x="1857709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Details</a:t>
          </a:r>
        </a:p>
      </dsp:txBody>
      <dsp:txXfrm>
        <a:off x="1883605" y="224198"/>
        <a:ext cx="1340569" cy="832357"/>
      </dsp:txXfrm>
    </dsp:sp>
    <dsp:sp modelId="{C01D6B0A-6007-4CBF-A9A9-466B83FED2B4}">
      <dsp:nvSpPr>
        <dsp:cNvPr id="0" name=""/>
        <dsp:cNvSpPr/>
      </dsp:nvSpPr>
      <dsp:spPr>
        <a:xfrm>
          <a:off x="340477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FCC5A-92E0-4D89-B5A5-05013D16066C}">
      <dsp:nvSpPr>
        <dsp:cNvPr id="0" name=""/>
        <dsp:cNvSpPr/>
      </dsp:nvSpPr>
      <dsp:spPr>
        <a:xfrm>
          <a:off x="355948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Model Details</a:t>
          </a:r>
        </a:p>
      </dsp:txBody>
      <dsp:txXfrm>
        <a:off x="3585381" y="224198"/>
        <a:ext cx="1340569" cy="832357"/>
      </dsp:txXfrm>
    </dsp:sp>
    <dsp:sp modelId="{13394B8B-177A-4C1F-9F76-3767F2D0D54C}">
      <dsp:nvSpPr>
        <dsp:cNvPr id="0" name=""/>
        <dsp:cNvSpPr/>
      </dsp:nvSpPr>
      <dsp:spPr>
        <a:xfrm>
          <a:off x="510655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5F9EA-0E1A-4BED-87B4-F069D9204B49}">
      <dsp:nvSpPr>
        <dsp:cNvPr id="0" name=""/>
        <dsp:cNvSpPr/>
      </dsp:nvSpPr>
      <dsp:spPr>
        <a:xfrm>
          <a:off x="526126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Performance</a:t>
          </a:r>
        </a:p>
      </dsp:txBody>
      <dsp:txXfrm>
        <a:off x="5287156" y="224198"/>
        <a:ext cx="1340569" cy="832357"/>
      </dsp:txXfrm>
    </dsp:sp>
    <dsp:sp modelId="{804C108B-B945-4E1A-8AEA-73714D5F4915}">
      <dsp:nvSpPr>
        <dsp:cNvPr id="0" name=""/>
        <dsp:cNvSpPr/>
      </dsp:nvSpPr>
      <dsp:spPr>
        <a:xfrm>
          <a:off x="680832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8730F-3023-4D43-B349-3B661BE15569}">
      <dsp:nvSpPr>
        <dsp:cNvPr id="0" name=""/>
        <dsp:cNvSpPr/>
      </dsp:nvSpPr>
      <dsp:spPr>
        <a:xfrm>
          <a:off x="696303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Limitations</a:t>
          </a:r>
        </a:p>
      </dsp:txBody>
      <dsp:txXfrm>
        <a:off x="6988931" y="224198"/>
        <a:ext cx="1340569" cy="832357"/>
      </dsp:txXfrm>
    </dsp:sp>
    <dsp:sp modelId="{D99BC8C5-854F-4C0B-85C1-A3901E2E5B25}">
      <dsp:nvSpPr>
        <dsp:cNvPr id="0" name=""/>
        <dsp:cNvSpPr/>
      </dsp:nvSpPr>
      <dsp:spPr>
        <a:xfrm>
          <a:off x="85101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539BD-AB3F-4A3A-8A3A-2118FFBBC116}">
      <dsp:nvSpPr>
        <dsp:cNvPr id="0" name=""/>
        <dsp:cNvSpPr/>
      </dsp:nvSpPr>
      <dsp:spPr>
        <a:xfrm>
          <a:off x="866481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Discussion</a:t>
          </a:r>
        </a:p>
      </dsp:txBody>
      <dsp:txXfrm>
        <a:off x="8690706" y="224198"/>
        <a:ext cx="1340569" cy="83235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B8394-8065-489B-8A0A-833B3904CF8F}">
      <dsp:nvSpPr>
        <dsp:cNvPr id="0" name=""/>
        <dsp:cNvSpPr/>
      </dsp:nvSpPr>
      <dsp:spPr>
        <a:xfrm>
          <a:off x="1227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1FFB5-6761-4140-967B-7CD52473FFC0}">
      <dsp:nvSpPr>
        <dsp:cNvPr id="0" name=""/>
        <dsp:cNvSpPr/>
      </dsp:nvSpPr>
      <dsp:spPr>
        <a:xfrm>
          <a:off x="155934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Background</a:t>
          </a:r>
        </a:p>
      </dsp:txBody>
      <dsp:txXfrm>
        <a:off x="181830" y="224198"/>
        <a:ext cx="1340569" cy="832357"/>
      </dsp:txXfrm>
    </dsp:sp>
    <dsp:sp modelId="{71F729D4-B262-425F-9EFF-433C8C2A00ED}">
      <dsp:nvSpPr>
        <dsp:cNvPr id="0" name=""/>
        <dsp:cNvSpPr/>
      </dsp:nvSpPr>
      <dsp:spPr>
        <a:xfrm>
          <a:off x="17030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F1116-2DCE-4213-8375-0301575973A5}">
      <dsp:nvSpPr>
        <dsp:cNvPr id="0" name=""/>
        <dsp:cNvSpPr/>
      </dsp:nvSpPr>
      <dsp:spPr>
        <a:xfrm>
          <a:off x="1857709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Details</a:t>
          </a:r>
        </a:p>
      </dsp:txBody>
      <dsp:txXfrm>
        <a:off x="1883605" y="224198"/>
        <a:ext cx="1340569" cy="832357"/>
      </dsp:txXfrm>
    </dsp:sp>
    <dsp:sp modelId="{C01D6B0A-6007-4CBF-A9A9-466B83FED2B4}">
      <dsp:nvSpPr>
        <dsp:cNvPr id="0" name=""/>
        <dsp:cNvSpPr/>
      </dsp:nvSpPr>
      <dsp:spPr>
        <a:xfrm>
          <a:off x="340477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FCC5A-92E0-4D89-B5A5-05013D16066C}">
      <dsp:nvSpPr>
        <dsp:cNvPr id="0" name=""/>
        <dsp:cNvSpPr/>
      </dsp:nvSpPr>
      <dsp:spPr>
        <a:xfrm>
          <a:off x="355948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Model Details</a:t>
          </a:r>
        </a:p>
      </dsp:txBody>
      <dsp:txXfrm>
        <a:off x="3585381" y="224198"/>
        <a:ext cx="1340569" cy="832357"/>
      </dsp:txXfrm>
    </dsp:sp>
    <dsp:sp modelId="{13394B8B-177A-4C1F-9F76-3767F2D0D54C}">
      <dsp:nvSpPr>
        <dsp:cNvPr id="0" name=""/>
        <dsp:cNvSpPr/>
      </dsp:nvSpPr>
      <dsp:spPr>
        <a:xfrm>
          <a:off x="510655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5F9EA-0E1A-4BED-87B4-F069D9204B49}">
      <dsp:nvSpPr>
        <dsp:cNvPr id="0" name=""/>
        <dsp:cNvSpPr/>
      </dsp:nvSpPr>
      <dsp:spPr>
        <a:xfrm>
          <a:off x="526126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Performance</a:t>
          </a:r>
        </a:p>
      </dsp:txBody>
      <dsp:txXfrm>
        <a:off x="5287156" y="224198"/>
        <a:ext cx="1340569" cy="832357"/>
      </dsp:txXfrm>
    </dsp:sp>
    <dsp:sp modelId="{804C108B-B945-4E1A-8AEA-73714D5F4915}">
      <dsp:nvSpPr>
        <dsp:cNvPr id="0" name=""/>
        <dsp:cNvSpPr/>
      </dsp:nvSpPr>
      <dsp:spPr>
        <a:xfrm>
          <a:off x="680832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8730F-3023-4D43-B349-3B661BE15569}">
      <dsp:nvSpPr>
        <dsp:cNvPr id="0" name=""/>
        <dsp:cNvSpPr/>
      </dsp:nvSpPr>
      <dsp:spPr>
        <a:xfrm>
          <a:off x="696303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Limitations</a:t>
          </a:r>
        </a:p>
      </dsp:txBody>
      <dsp:txXfrm>
        <a:off x="6988931" y="224198"/>
        <a:ext cx="1340569" cy="832357"/>
      </dsp:txXfrm>
    </dsp:sp>
    <dsp:sp modelId="{D99BC8C5-854F-4C0B-85C1-A3901E2E5B25}">
      <dsp:nvSpPr>
        <dsp:cNvPr id="0" name=""/>
        <dsp:cNvSpPr/>
      </dsp:nvSpPr>
      <dsp:spPr>
        <a:xfrm>
          <a:off x="85101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539BD-AB3F-4A3A-8A3A-2118FFBBC116}">
      <dsp:nvSpPr>
        <dsp:cNvPr id="0" name=""/>
        <dsp:cNvSpPr/>
      </dsp:nvSpPr>
      <dsp:spPr>
        <a:xfrm>
          <a:off x="866481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Discussion</a:t>
          </a:r>
        </a:p>
      </dsp:txBody>
      <dsp:txXfrm>
        <a:off x="8690706" y="224198"/>
        <a:ext cx="1340569" cy="83235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B8394-8065-489B-8A0A-833B3904CF8F}">
      <dsp:nvSpPr>
        <dsp:cNvPr id="0" name=""/>
        <dsp:cNvSpPr/>
      </dsp:nvSpPr>
      <dsp:spPr>
        <a:xfrm>
          <a:off x="1227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1FFB5-6761-4140-967B-7CD52473FFC0}">
      <dsp:nvSpPr>
        <dsp:cNvPr id="0" name=""/>
        <dsp:cNvSpPr/>
      </dsp:nvSpPr>
      <dsp:spPr>
        <a:xfrm>
          <a:off x="155934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Background</a:t>
          </a:r>
        </a:p>
      </dsp:txBody>
      <dsp:txXfrm>
        <a:off x="181830" y="224198"/>
        <a:ext cx="1340569" cy="832357"/>
      </dsp:txXfrm>
    </dsp:sp>
    <dsp:sp modelId="{71F729D4-B262-425F-9EFF-433C8C2A00ED}">
      <dsp:nvSpPr>
        <dsp:cNvPr id="0" name=""/>
        <dsp:cNvSpPr/>
      </dsp:nvSpPr>
      <dsp:spPr>
        <a:xfrm>
          <a:off x="17030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F1116-2DCE-4213-8375-0301575973A5}">
      <dsp:nvSpPr>
        <dsp:cNvPr id="0" name=""/>
        <dsp:cNvSpPr/>
      </dsp:nvSpPr>
      <dsp:spPr>
        <a:xfrm>
          <a:off x="1857709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Details</a:t>
          </a:r>
        </a:p>
      </dsp:txBody>
      <dsp:txXfrm>
        <a:off x="1883605" y="224198"/>
        <a:ext cx="1340569" cy="832357"/>
      </dsp:txXfrm>
    </dsp:sp>
    <dsp:sp modelId="{C01D6B0A-6007-4CBF-A9A9-466B83FED2B4}">
      <dsp:nvSpPr>
        <dsp:cNvPr id="0" name=""/>
        <dsp:cNvSpPr/>
      </dsp:nvSpPr>
      <dsp:spPr>
        <a:xfrm>
          <a:off x="340477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FCC5A-92E0-4D89-B5A5-05013D16066C}">
      <dsp:nvSpPr>
        <dsp:cNvPr id="0" name=""/>
        <dsp:cNvSpPr/>
      </dsp:nvSpPr>
      <dsp:spPr>
        <a:xfrm>
          <a:off x="355948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Model Details</a:t>
          </a:r>
        </a:p>
      </dsp:txBody>
      <dsp:txXfrm>
        <a:off x="3585381" y="224198"/>
        <a:ext cx="1340569" cy="832357"/>
      </dsp:txXfrm>
    </dsp:sp>
    <dsp:sp modelId="{13394B8B-177A-4C1F-9F76-3767F2D0D54C}">
      <dsp:nvSpPr>
        <dsp:cNvPr id="0" name=""/>
        <dsp:cNvSpPr/>
      </dsp:nvSpPr>
      <dsp:spPr>
        <a:xfrm>
          <a:off x="510655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5F9EA-0E1A-4BED-87B4-F069D9204B49}">
      <dsp:nvSpPr>
        <dsp:cNvPr id="0" name=""/>
        <dsp:cNvSpPr/>
      </dsp:nvSpPr>
      <dsp:spPr>
        <a:xfrm>
          <a:off x="526126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Performance</a:t>
          </a:r>
        </a:p>
      </dsp:txBody>
      <dsp:txXfrm>
        <a:off x="5287156" y="224198"/>
        <a:ext cx="1340569" cy="832357"/>
      </dsp:txXfrm>
    </dsp:sp>
    <dsp:sp modelId="{804C108B-B945-4E1A-8AEA-73714D5F4915}">
      <dsp:nvSpPr>
        <dsp:cNvPr id="0" name=""/>
        <dsp:cNvSpPr/>
      </dsp:nvSpPr>
      <dsp:spPr>
        <a:xfrm>
          <a:off x="680832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8730F-3023-4D43-B349-3B661BE15569}">
      <dsp:nvSpPr>
        <dsp:cNvPr id="0" name=""/>
        <dsp:cNvSpPr/>
      </dsp:nvSpPr>
      <dsp:spPr>
        <a:xfrm>
          <a:off x="696303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Limitations</a:t>
          </a:r>
        </a:p>
      </dsp:txBody>
      <dsp:txXfrm>
        <a:off x="6988931" y="224198"/>
        <a:ext cx="1340569" cy="832357"/>
      </dsp:txXfrm>
    </dsp:sp>
    <dsp:sp modelId="{D99BC8C5-854F-4C0B-85C1-A3901E2E5B25}">
      <dsp:nvSpPr>
        <dsp:cNvPr id="0" name=""/>
        <dsp:cNvSpPr/>
      </dsp:nvSpPr>
      <dsp:spPr>
        <a:xfrm>
          <a:off x="85101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539BD-AB3F-4A3A-8A3A-2118FFBBC116}">
      <dsp:nvSpPr>
        <dsp:cNvPr id="0" name=""/>
        <dsp:cNvSpPr/>
      </dsp:nvSpPr>
      <dsp:spPr>
        <a:xfrm>
          <a:off x="866481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Discussion</a:t>
          </a:r>
        </a:p>
      </dsp:txBody>
      <dsp:txXfrm>
        <a:off x="8690706" y="224198"/>
        <a:ext cx="1340569" cy="83235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B8394-8065-489B-8A0A-833B3904CF8F}">
      <dsp:nvSpPr>
        <dsp:cNvPr id="0" name=""/>
        <dsp:cNvSpPr/>
      </dsp:nvSpPr>
      <dsp:spPr>
        <a:xfrm>
          <a:off x="1227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1FFB5-6761-4140-967B-7CD52473FFC0}">
      <dsp:nvSpPr>
        <dsp:cNvPr id="0" name=""/>
        <dsp:cNvSpPr/>
      </dsp:nvSpPr>
      <dsp:spPr>
        <a:xfrm>
          <a:off x="155934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Background</a:t>
          </a:r>
        </a:p>
      </dsp:txBody>
      <dsp:txXfrm>
        <a:off x="181830" y="224198"/>
        <a:ext cx="1340569" cy="832357"/>
      </dsp:txXfrm>
    </dsp:sp>
    <dsp:sp modelId="{71F729D4-B262-425F-9EFF-433C8C2A00ED}">
      <dsp:nvSpPr>
        <dsp:cNvPr id="0" name=""/>
        <dsp:cNvSpPr/>
      </dsp:nvSpPr>
      <dsp:spPr>
        <a:xfrm>
          <a:off x="1734902" y="40694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F1116-2DCE-4213-8375-0301575973A5}">
      <dsp:nvSpPr>
        <dsp:cNvPr id="0" name=""/>
        <dsp:cNvSpPr/>
      </dsp:nvSpPr>
      <dsp:spPr>
        <a:xfrm>
          <a:off x="1889608" y="187666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 Details</a:t>
          </a:r>
        </a:p>
      </dsp:txBody>
      <dsp:txXfrm>
        <a:off x="1915504" y="213562"/>
        <a:ext cx="1340569" cy="832357"/>
      </dsp:txXfrm>
    </dsp:sp>
    <dsp:sp modelId="{C01D6B0A-6007-4CBF-A9A9-466B83FED2B4}">
      <dsp:nvSpPr>
        <dsp:cNvPr id="0" name=""/>
        <dsp:cNvSpPr/>
      </dsp:nvSpPr>
      <dsp:spPr>
        <a:xfrm>
          <a:off x="340477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FCC5A-92E0-4D89-B5A5-05013D16066C}">
      <dsp:nvSpPr>
        <dsp:cNvPr id="0" name=""/>
        <dsp:cNvSpPr/>
      </dsp:nvSpPr>
      <dsp:spPr>
        <a:xfrm>
          <a:off x="355948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Model Details</a:t>
          </a:r>
        </a:p>
      </dsp:txBody>
      <dsp:txXfrm>
        <a:off x="3585381" y="224198"/>
        <a:ext cx="1340569" cy="832357"/>
      </dsp:txXfrm>
    </dsp:sp>
    <dsp:sp modelId="{13394B8B-177A-4C1F-9F76-3767F2D0D54C}">
      <dsp:nvSpPr>
        <dsp:cNvPr id="0" name=""/>
        <dsp:cNvSpPr/>
      </dsp:nvSpPr>
      <dsp:spPr>
        <a:xfrm>
          <a:off x="510655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5F9EA-0E1A-4BED-87B4-F069D9204B49}">
      <dsp:nvSpPr>
        <dsp:cNvPr id="0" name=""/>
        <dsp:cNvSpPr/>
      </dsp:nvSpPr>
      <dsp:spPr>
        <a:xfrm>
          <a:off x="526126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Performance</a:t>
          </a:r>
        </a:p>
      </dsp:txBody>
      <dsp:txXfrm>
        <a:off x="5287156" y="224198"/>
        <a:ext cx="1340569" cy="832357"/>
      </dsp:txXfrm>
    </dsp:sp>
    <dsp:sp modelId="{804C108B-B945-4E1A-8AEA-73714D5F4915}">
      <dsp:nvSpPr>
        <dsp:cNvPr id="0" name=""/>
        <dsp:cNvSpPr/>
      </dsp:nvSpPr>
      <dsp:spPr>
        <a:xfrm>
          <a:off x="680832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8730F-3023-4D43-B349-3B661BE15569}">
      <dsp:nvSpPr>
        <dsp:cNvPr id="0" name=""/>
        <dsp:cNvSpPr/>
      </dsp:nvSpPr>
      <dsp:spPr>
        <a:xfrm>
          <a:off x="696303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Limitations</a:t>
          </a:r>
        </a:p>
      </dsp:txBody>
      <dsp:txXfrm>
        <a:off x="6988931" y="224198"/>
        <a:ext cx="1340569" cy="832357"/>
      </dsp:txXfrm>
    </dsp:sp>
    <dsp:sp modelId="{D99BC8C5-854F-4C0B-85C1-A3901E2E5B25}">
      <dsp:nvSpPr>
        <dsp:cNvPr id="0" name=""/>
        <dsp:cNvSpPr/>
      </dsp:nvSpPr>
      <dsp:spPr>
        <a:xfrm>
          <a:off x="85101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539BD-AB3F-4A3A-8A3A-2118FFBBC116}">
      <dsp:nvSpPr>
        <dsp:cNvPr id="0" name=""/>
        <dsp:cNvSpPr/>
      </dsp:nvSpPr>
      <dsp:spPr>
        <a:xfrm>
          <a:off x="866481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Discussion</a:t>
          </a:r>
        </a:p>
      </dsp:txBody>
      <dsp:txXfrm>
        <a:off x="8690706" y="224198"/>
        <a:ext cx="1340569" cy="83235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B8394-8065-489B-8A0A-833B3904CF8F}">
      <dsp:nvSpPr>
        <dsp:cNvPr id="0" name=""/>
        <dsp:cNvSpPr/>
      </dsp:nvSpPr>
      <dsp:spPr>
        <a:xfrm>
          <a:off x="1227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1FFB5-6761-4140-967B-7CD52473FFC0}">
      <dsp:nvSpPr>
        <dsp:cNvPr id="0" name=""/>
        <dsp:cNvSpPr/>
      </dsp:nvSpPr>
      <dsp:spPr>
        <a:xfrm>
          <a:off x="155934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Background</a:t>
          </a:r>
        </a:p>
      </dsp:txBody>
      <dsp:txXfrm>
        <a:off x="181830" y="224198"/>
        <a:ext cx="1340569" cy="832357"/>
      </dsp:txXfrm>
    </dsp:sp>
    <dsp:sp modelId="{71F729D4-B262-425F-9EFF-433C8C2A00ED}">
      <dsp:nvSpPr>
        <dsp:cNvPr id="0" name=""/>
        <dsp:cNvSpPr/>
      </dsp:nvSpPr>
      <dsp:spPr>
        <a:xfrm>
          <a:off x="1734902" y="40694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F1116-2DCE-4213-8375-0301575973A5}">
      <dsp:nvSpPr>
        <dsp:cNvPr id="0" name=""/>
        <dsp:cNvSpPr/>
      </dsp:nvSpPr>
      <dsp:spPr>
        <a:xfrm>
          <a:off x="1889608" y="187666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 Details</a:t>
          </a:r>
        </a:p>
      </dsp:txBody>
      <dsp:txXfrm>
        <a:off x="1915504" y="213562"/>
        <a:ext cx="1340569" cy="832357"/>
      </dsp:txXfrm>
    </dsp:sp>
    <dsp:sp modelId="{C01D6B0A-6007-4CBF-A9A9-466B83FED2B4}">
      <dsp:nvSpPr>
        <dsp:cNvPr id="0" name=""/>
        <dsp:cNvSpPr/>
      </dsp:nvSpPr>
      <dsp:spPr>
        <a:xfrm>
          <a:off x="340477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FCC5A-92E0-4D89-B5A5-05013D16066C}">
      <dsp:nvSpPr>
        <dsp:cNvPr id="0" name=""/>
        <dsp:cNvSpPr/>
      </dsp:nvSpPr>
      <dsp:spPr>
        <a:xfrm>
          <a:off x="355948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Model Details</a:t>
          </a:r>
        </a:p>
      </dsp:txBody>
      <dsp:txXfrm>
        <a:off x="3585381" y="224198"/>
        <a:ext cx="1340569" cy="832357"/>
      </dsp:txXfrm>
    </dsp:sp>
    <dsp:sp modelId="{13394B8B-177A-4C1F-9F76-3767F2D0D54C}">
      <dsp:nvSpPr>
        <dsp:cNvPr id="0" name=""/>
        <dsp:cNvSpPr/>
      </dsp:nvSpPr>
      <dsp:spPr>
        <a:xfrm>
          <a:off x="510655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5F9EA-0E1A-4BED-87B4-F069D9204B49}">
      <dsp:nvSpPr>
        <dsp:cNvPr id="0" name=""/>
        <dsp:cNvSpPr/>
      </dsp:nvSpPr>
      <dsp:spPr>
        <a:xfrm>
          <a:off x="526126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Performance</a:t>
          </a:r>
        </a:p>
      </dsp:txBody>
      <dsp:txXfrm>
        <a:off x="5287156" y="224198"/>
        <a:ext cx="1340569" cy="832357"/>
      </dsp:txXfrm>
    </dsp:sp>
    <dsp:sp modelId="{804C108B-B945-4E1A-8AEA-73714D5F4915}">
      <dsp:nvSpPr>
        <dsp:cNvPr id="0" name=""/>
        <dsp:cNvSpPr/>
      </dsp:nvSpPr>
      <dsp:spPr>
        <a:xfrm>
          <a:off x="6808328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8730F-3023-4D43-B349-3B661BE15569}">
      <dsp:nvSpPr>
        <dsp:cNvPr id="0" name=""/>
        <dsp:cNvSpPr/>
      </dsp:nvSpPr>
      <dsp:spPr>
        <a:xfrm>
          <a:off x="6963035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Limitations</a:t>
          </a:r>
        </a:p>
      </dsp:txBody>
      <dsp:txXfrm>
        <a:off x="6988931" y="224198"/>
        <a:ext cx="1340569" cy="832357"/>
      </dsp:txXfrm>
    </dsp:sp>
    <dsp:sp modelId="{D99BC8C5-854F-4C0B-85C1-A3901E2E5B25}">
      <dsp:nvSpPr>
        <dsp:cNvPr id="0" name=""/>
        <dsp:cNvSpPr/>
      </dsp:nvSpPr>
      <dsp:spPr>
        <a:xfrm>
          <a:off x="8510103" y="51330"/>
          <a:ext cx="1392361" cy="884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539BD-AB3F-4A3A-8A3A-2118FFBBC116}">
      <dsp:nvSpPr>
        <dsp:cNvPr id="0" name=""/>
        <dsp:cNvSpPr/>
      </dsp:nvSpPr>
      <dsp:spPr>
        <a:xfrm>
          <a:off x="8664810" y="198302"/>
          <a:ext cx="1392361" cy="884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Discussion</a:t>
          </a:r>
        </a:p>
      </dsp:txBody>
      <dsp:txXfrm>
        <a:off x="8690706" y="224198"/>
        <a:ext cx="1340569" cy="8323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30903-814C-42DE-88C1-967B5FDD450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C9EF3-EF9C-4BC6-9ED4-135EB13F2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40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99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45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18714-ABE7-F6D3-5A6C-947A9198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29FD5-0F8A-2184-A632-960C10D23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4FF500-6DEA-1096-2850-5657B3A1B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1: Overview of Brain Harmony (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BrainHarmonix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Brain morphology from T1-weighted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MRI (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sMRI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and functional dynamics from fMRI are unified into compact 1D brain-hub tokens, which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be readily adapted to downstream tasks via an attached projection head. Specifically, functional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dynamics are pre-aligned with group-level geometric harmonics, with built-in flexibility to handle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heterogeneous repetition times (TRs). This fusion creates a compact yet expressive representation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space that effectively captures the interplay between brain structure and function, supporting a broad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range of downstream applications, including neurodevelopmental and neurodegenerative disorder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classification and cognition prediction.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F1E0F-4278-256C-2CFB-E69BFCB4F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7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54CCE-67D1-BAAB-82DD-E43F61340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47267-E38D-6509-6159-0A4F29F49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8AC8E-5183-BD1C-E99D-97B820732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architectures for self-supervised learning, in which the system learns to capture the relationships between its inputs. The objective is to assign a high energy (large scaler value) to incompatible inputs, and to assign a low energy (low scaler value) to compatible inputs. (a) Joint-Embedding Architectures learn to output similar embeddings for compatible inputs x, y and dissimilar embeddings for incompatible inputs. (b) Generative Architectures learn to directly reconstruct a signal y from a compatible signal x, using a decoder network that is conditioned on additional (possibly latent) variables z to facilitate reconstruction. (c) Joint-Embedding Predictive Architectures learn to predict the embeddings of a signal y from a compatible signal x, using a predictor network that is conditioned on additional (possibly latent) variables z to facilitate prediction.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1493E-6FE9-C027-7640-CF6724D39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452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867BE-C45D-9B5B-557F-36690A8DA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CCD6B-F3DD-D5CA-E3E8-3E1A8B2BF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F31971-1162-2AC6-3240-D1D265F8C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Pre-training.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BrainHarmonix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was pretrained on two of the largest-scale neuroimaging datasets: UK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Biobank (UKB) [18, 19] and Adolescent Brain Cognitive Development (ABCD) [20]. From UKB,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curated neuroimaging data of 43,112 participants aged between 44 and 83 years, comprising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46,455 T1-weighted MRI scans and 40,162 resting-state fMRI time series (TR = 0.735 s). From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ABCD, we included 11,221 participants (aged 8 to 11 years at baseline visit), consisting of 18,139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T1-weighted images and 30,771 resting-state fMRI time series (TR = 0.8 s).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During the UE stage, a total of 64,594 T1-weighted images from both datasets were utilized for</a:t>
            </a:r>
          </a:p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BrainHarmonix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-S pretraining. For fMRI data augmentation, UKB data underwent temporal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downsampling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factors of 1 to 3, resulting in TRs of 0.735 s, 1.47 s, 2.205 s, and 2.94 s. ABCD data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downsampled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by factors of 1 to 2, yielding TRs of 0.8 s, 1.6 s, and 2.4 s. Consequently, the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 number of pretraining samples for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BrainHarmonix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-F was 252,961 (UKB: 40,162 × 4; ABCD: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30,771 × 3). In the MF stage, we extracted 69,360 matched T1-fMRI pairs from both datasets (one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T1-weighted image could correspond to multiple fMRI runs within a single session). All fMRI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was parcellated into N = 400 ROIs with Schaefer-400 [21]. Further details regarding data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preprocessing are provided in Appendix A.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Downstream fine-tuning. We evaluated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BrainHarmonix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six neuroimaging benchmark datasets.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Three multi-site datasets focused on neurodevelopmental disorder diagnosis (TR distributions are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detailed in Figure 7): Autism Brain Imaging Data Exchange datasets (ABIDE-I and ABIDE-II) for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distinguishing Autism Spectrum Disorder (ASD) from controls, and the Attention Deficit Hyperactivity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Disorder dataset (ADHD-200) for classifying ADHD versus controls. On the other hand,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three datasets assessed neurodegenerative disorders and cognitive function: Parkinson’s Progression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Markers Initiative (PPMI) (TR = 2.5s) for four-class classification involving controls, scans without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evidence of dopaminergic deficit (SWEDD), prodromal cases, and Parkinson’s disease (PD);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Alzheimer’s Disease Neuroimaging Initiative (ADNI) (TR = 3.0s) for classification between controls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mild cognitive impairment (MCI); and the Lifespan Human Connectome Project Aging (HCP-A)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dataset (TR = 0.8s) for predicting executive function (Flanker task scores). The results were averaged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across three independent runs with distinct data splits (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train:validation:test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6:2:2). We adopted the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stratification approach in [22] for splitting the neurodevelopmental datasets. Detailed information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regarding class distributions and preprocessing procedures for each benchmark dataset can be found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Appendix A.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203A6-CE0B-880E-66ED-093742162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9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77EDD-E74C-3E84-1312-27F7668E0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76B71-6D37-2D13-313D-C72FC7B31F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9BBA5-A90C-D7BB-0787-ECEB1AB59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Pre-training.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BrainHarmonix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was pretrained on two of the largest-scale neuroimaging datasets: UK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Biobank (UKB) [18, 19] and Adolescent Brain Cognitive Development (ABCD) [20]. From UKB,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curated neuroimaging data of 43,112 participants aged between 44 and 83 years, comprising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46,455 T1-weighted MRI scans and 40,162 resting-state fMRI time series (TR = 0.735 s). From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ABCD, we included 11,221 participants (aged 8 to 11 years at baseline visit), consisting of 18,139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T1-weighted images and 30,771 resting-state fMRI time series (TR = 0.8 s).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During the UE stage, a total of 64,594 T1-weighted images from both datasets were utilized for</a:t>
            </a:r>
          </a:p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BrainHarmonix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-S pretraining. For fMRI data augmentation, UKB data underwent temporal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downsampling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factors of 1 to 3, resulting in TRs of 0.735 s, 1.47 s, 2.205 s, and 2.94 s. ABCD data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downsampled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by factors of 1 to 2, yielding TRs of 0.8 s, 1.6 s, and 2.4 s. Consequently, the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total number of pretraining samples for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BrainHarmonix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-F was 252,961 (UKB: 40,162 × 4; ABCD: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30,771 × 3). In the MF stage, we extracted 69,360 matched T1-fMRI pairs from both datasets (one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T1-weighted image could correspond to multiple fMRI runs within a single session). All fMRI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was parcellated into N = 400 ROIs with Schaefer-400 [21]. Further details regarding data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preprocessing are provided in Appendix A.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Downstream fine-tuning. We evaluated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BrainHarmonix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six neuroimaging benchmark datasets.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Three multi-site datasets focused on neurodevelopmental disorder diagnosis (TR distributions are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detailed in Figure 7): Autism Brain Imaging Data Exchange datasets (ABIDE-I and ABIDE-II) for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distinguishing Autism Spectrum Disorder (ASD) from controls, and the Attention Deficit Hyperactivity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Disorder dataset (ADHD-200) for classifying ADHD versus controls. On the other hand,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three datasets assessed neurodegenerative disorders and cognitive function: Parkinson’s Progression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Markers Initiative (PPMI) (TR = 2.5s) for four-class classification involving controls, scans without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evidence of dopaminergic deficit (SWEDD), prodromal cases, and Parkinson’s disease (PD);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Alzheimer’s Disease Neuroimaging Initiative (ADNI) (TR = 3.0s) for classification between controls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mild cognitive impairment (MCI); and the Lifespan Human Connectome Project Aging (HCP-A)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dataset (TR = 0.8s) for predicting executive function (Flanker task scores). The results were averaged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across three independent runs with distinct data splits (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train:validation:test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6:2:2). We adopted the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stratification approach in [22] for splitting the neurodevelopmental datasets. Detailed information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regarding class distributions and preprocessing procedures for each benchmark dataset can be found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Appendix A.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AC263-62A5-3BFF-F5F2-D551A1FC8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386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85140-2D2E-004B-876F-9FCC1337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1B045C-2E01-5B36-4F01-729DAFAC3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325E2-AA6A-2E0C-740A-BC8924CA4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2: Pretraining of Brain Harmony (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BrainHarmonix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 A. Unimodal Encoding (UE):</a:t>
            </a:r>
          </a:p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BrainHarmonix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-S (</a:t>
            </a:r>
            <a:r>
              <a:rPr lang="el-G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ε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S) learns T1 structure via a Masked Autoencoder (MAE); gray cubes represent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visible patches, while purple cubes are masked and reconstructed by the decoder (D′S ).</a:t>
            </a:r>
          </a:p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BrainHarmonix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-F (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εF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) uses the Joint Embedding Predictive Architecture (JEPA) for fMRI, incorporating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Temporal Adaptive Patch Embedding (TAPE) for heterogeneous TRs and geometric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harmonics for cortical alignment, with the observation encoder (ε′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 ) and predictor (P) following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standard JEPA. B. Multimodal Fusion (MF): The Harmonizer (H) fuses structural and functional</a:t>
            </a:r>
          </a:p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latents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into 1D tokens (in green), then decoder (DS &amp; DF ) reconstruct modality-specific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latents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3: Geometric harmonics.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97E77-741F-5063-122C-BD37BDE43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6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93036-B7FD-4192-36BB-D2B5B27F5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9848A-A3A1-FFAA-E255-5C7592FF3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3A611-A636-3EC0-FC17-F420E2DD7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4: Temporal Adaptive Patch Embedding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(TAPE). Tokens represent the same temporal duration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τ . Embedding weights are correspondingly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resized. Shorter time series with fewer tokens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zero-padded, with attention masks excluding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padded tokens afterwards.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BAA2D-32C5-1AFE-6C3E-58097782F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68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0A74F-CA88-12F7-F395-D0C696914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A2527-273E-43DD-B570-131E292D2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8557DB-6DD3-B2B3-BD0F-8AAF30EF0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17C3A-0CA9-A21F-A15C-EB8B85C4BA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9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B999-6917-433E-1381-C5B5DDC3E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628EA-F08D-D100-C975-08A44C85E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A117A1-B88D-1661-C342-CC67E18C5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5: Scaling across different numbers of 1D tokens in fine-tuning and linear probing.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plot both fine-tuning (85.25M trainable parameters) and linear probing (0.0015M trainable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parameters). Increasing the token count from 32 to 256 steadily improves accuracy before reaching a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plateau. Notably, even our linear-probing approach achieves very strong performance, surpassing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prior state-of-the-art results despite using a minimal set of learnable parameters.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E7A27-E69A-8966-28E0-6E4180232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06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4D9B4-5F51-B71A-5CD5-FB51BF39A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0405C-24CC-5CA0-59B1-EFDCDBCA5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58205-79D6-05A3-E1CB-D328DCA40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6: Ablation study showing the impact of pre-alignment, data augmentation, and multimodal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fusion. In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BrainHarmonix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-F without pre-alignment, we sticked to the brain gradient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positioning in Brain-JEPA, while the others (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BrainHarmonix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-F and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BrainHarmonix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were injected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geometric harmonics on top of brain gradient (Section 4.2). Results were averaged over three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random splits with error bars indicating standard deviations.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61DED-2567-2763-9170-067E64C80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73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AD360-E863-7297-7A5A-809DD777C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ADE56-A18A-6010-899C-3A6C4C0C2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92CF4-7B97-D4C1-E04D-CCB7D6A6E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263C6-9641-F755-D412-217A46281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056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2A872-1D0F-B931-F4FC-05541F616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11F9C-B02E-3E39-7045-5516BC4FC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76698-F055-515D-E791-C0A9209D6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61827-5669-5CA7-3A7F-0023EE88E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80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860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09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2AEB7-8A6A-4B82-92EE-397F6AAAD669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881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ACEA-3FA1-471E-B937-816B3FFCDC15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65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E1663-AF67-4136-B37A-6841725F4A95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3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331E2-45BE-4A0F-AF0C-09E3E0D7B2C5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3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51BC-7FCA-4F4F-99B0-3C9D6A877213}" type="datetime1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86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896C4-B1E2-4F23-9947-D9A05EE73821}" type="datetime1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876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1E978-F6CB-4F6F-8CFC-DC30C280D505}" type="datetime1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Brain Harmony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87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3E4DC4-6B48-4C9F-B3F9-756A96BB3ED7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Brain Harmony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19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05435-048F-47F3-9CC2-54891186A3ED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43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36246-E2A9-4939-A13D-FDC7F96A5654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86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88D90-E830-4B77-BF5B-40674B6A9230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63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FD9F9D7-46F3-4997-AFBA-5FFB4B2B64FC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Brain Harmony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44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8.PNG"/><Relationship Id="rId9" Type="http://schemas.microsoft.com/office/2007/relationships/diagramDrawing" Target="../diagrams/drawing6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image" Target="../media/image11.PNG"/><Relationship Id="rId7" Type="http://schemas.openxmlformats.org/officeDocument/2006/relationships/diagramQuickStyle" Target="../diagrams/quickStyle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8.xml"/><Relationship Id="rId4" Type="http://schemas.openxmlformats.org/officeDocument/2006/relationships/image" Target="../media/image12.PNG"/><Relationship Id="rId9" Type="http://schemas.microsoft.com/office/2007/relationships/diagramDrawing" Target="../diagrams/drawing8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13.PNG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15.PNG"/><Relationship Id="rId7" Type="http://schemas.openxmlformats.org/officeDocument/2006/relationships/diagramColors" Target="../diagrams/colors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40777-6440-4CE6-9790-EE8D0C706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427" y="748478"/>
            <a:ext cx="10860258" cy="3566160"/>
          </a:xfrm>
        </p:spPr>
        <p:txBody>
          <a:bodyPr/>
          <a:lstStyle/>
          <a:p>
            <a:pPr algn="ctr"/>
            <a:r>
              <a:rPr lang="en-US" sz="2800" spc="-5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Brain Harmony: A Multimodal Foundation Model Unifying Morphology and Function into 1D Tokens</a:t>
            </a:r>
            <a:br>
              <a:rPr lang="en-US" sz="2800" spc="-5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</a:br>
            <a:r>
              <a:rPr lang="en-US" sz="1100" spc="-5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Authors: Zijian Dong, </a:t>
            </a:r>
            <a:r>
              <a:rPr lang="en-US" sz="1100" spc="-5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Ruilin</a:t>
            </a:r>
            <a:r>
              <a:rPr lang="en-US" sz="1100" spc="-5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 Li, Joanna Su Xian Chong, </a:t>
            </a:r>
            <a:r>
              <a:rPr lang="en-US" sz="1100" spc="-5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Niousha</a:t>
            </a:r>
            <a:r>
              <a:rPr lang="en-US" sz="1100" spc="-5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 </a:t>
            </a:r>
            <a:r>
              <a:rPr lang="en-US" sz="1100" spc="-5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Dehestani</a:t>
            </a:r>
            <a:r>
              <a:rPr lang="en-US" sz="1100" spc="-5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, </a:t>
            </a:r>
            <a:r>
              <a:rPr lang="en-US" sz="1100" spc="-5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Yinghui</a:t>
            </a:r>
            <a:r>
              <a:rPr lang="en-US" sz="1100" spc="-5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 Teng, Yi Lin, </a:t>
            </a:r>
            <a:r>
              <a:rPr lang="en-US" sz="1100" spc="-5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Zhizhou</a:t>
            </a:r>
            <a:r>
              <a:rPr lang="en-US" sz="1100" spc="-5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 Li, </a:t>
            </a:r>
            <a:r>
              <a:rPr lang="en-US" sz="1100" spc="-5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Yichi</a:t>
            </a:r>
            <a:r>
              <a:rPr lang="en-US" sz="1100" spc="-5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 Zhang, </a:t>
            </a:r>
            <a:r>
              <a:rPr lang="en-US" sz="1100" spc="-5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Yapei</a:t>
            </a:r>
            <a:r>
              <a:rPr lang="en-US" sz="1100" spc="-5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 Xie, Leon Qi Rong Ooi, B.T. Thomas Yeo, Juan Helen Zhou</a:t>
            </a:r>
            <a:endParaRPr lang="en-US" sz="1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82A29-74A2-464F-9A26-EE8AA77EC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5356" y="4445146"/>
            <a:ext cx="10058400" cy="1528911"/>
          </a:xfrm>
        </p:spPr>
        <p:txBody>
          <a:bodyPr>
            <a:normAutofit/>
          </a:bodyPr>
          <a:lstStyle/>
          <a:p>
            <a:pPr marL="1045844" marR="5080" lvl="0" indent="-1033780" algn="ctr" defTabSz="457200" rtl="0" eaLnBrk="1" fontAlgn="auto" latinLnBrk="0" hangingPunct="1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 Light"/>
              </a:rPr>
              <a:t>Presentation by Theodore J. LaGrow</a:t>
            </a:r>
          </a:p>
          <a:p>
            <a:pPr marL="1045844" marR="5080" lvl="0" indent="-1033780" algn="ctr" defTabSz="457200" rtl="0" eaLnBrk="1" fontAlgn="auto" latinLnBrk="0" hangingPunct="1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TReNDS Center MLBBQ </a:t>
            </a:r>
            <a:endParaRPr lang="en-US" sz="2000" cap="none" spc="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45844" marR="5080" lvl="0" indent="-1033780" algn="ctr" defTabSz="457200" rtl="0" eaLnBrk="1" fontAlgn="auto" latinLnBrk="0" hangingPunct="1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04/17/2026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6CB34-B76A-4193-BF94-03FA275A7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BA93C0-8C74-496A-AB95-2D47A055009B}"/>
              </a:ext>
            </a:extLst>
          </p:cNvPr>
          <p:cNvSpPr txBox="1"/>
          <p:nvPr/>
        </p:nvSpPr>
        <p:spPr>
          <a:xfrm>
            <a:off x="0" y="6050744"/>
            <a:ext cx="28023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Original Article: https://arxiv.org/abs/2509.24693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96A207-BBF8-6988-5BF3-366478C2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15C53F6-824E-B483-44FD-4828477675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05125" y="238125"/>
            <a:ext cx="6381750" cy="638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EB8B61-271D-458F-315B-BD1617E27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9" b="16032"/>
          <a:stretch>
            <a:fillRect/>
          </a:stretch>
        </p:blipFill>
        <p:spPr>
          <a:xfrm>
            <a:off x="3902081" y="102660"/>
            <a:ext cx="4064950" cy="315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81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F53311A5-99DE-4393-9A6A-668B1A50F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927983-BFBD-4CAA-A34E-2D3486A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193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40DF401-E6F0-4EFD-8C5C-68473520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D318587-C887-4F26-BCBB-B7A65BDC70CE}"/>
              </a:ext>
            </a:extLst>
          </p:cNvPr>
          <p:cNvSpPr txBox="1"/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spc="-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Overview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967CB-93D2-0145-C704-0800CD9C6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Brain Harmony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4B58D6-6102-444F-B284-A97ADD14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A39AD06-24D5-4BD7-A5D9-D7D60C888695}" type="slidenum">
              <a:rPr lang="en-US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33" name="TextBox 1">
            <a:extLst>
              <a:ext uri="{FF2B5EF4-FFF2-40B4-BE49-F238E27FC236}">
                <a16:creationId xmlns:a16="http://schemas.microsoft.com/office/drawing/2014/main" id="{5CD26053-99C8-21FA-56A7-9C78D87E04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3089301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7129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EF6CB-604C-E164-0275-2D36CA83A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2945D1-F4DE-BB85-0EDC-9B5847C39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B0694F6-EBA8-A8C3-46AA-5926D2842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BFA686-057A-84D5-9510-D30D1B8FD3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40" y="1042275"/>
            <a:ext cx="9998520" cy="5191539"/>
          </a:xfrm>
          <a:prstGeom prst="rect">
            <a:avLst/>
          </a:prstGeom>
        </p:spPr>
      </p:pic>
      <p:graphicFrame>
        <p:nvGraphicFramePr>
          <p:cNvPr id="9" name="TextBox 1">
            <a:extLst>
              <a:ext uri="{FF2B5EF4-FFF2-40B4-BE49-F238E27FC236}">
                <a16:creationId xmlns:a16="http://schemas.microsoft.com/office/drawing/2014/main" id="{5A5BBC9B-95E6-00A3-8764-B6E73F540C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4346760"/>
              </p:ext>
            </p:extLst>
          </p:nvPr>
        </p:nvGraphicFramePr>
        <p:xfrm>
          <a:off x="1256451" y="33090"/>
          <a:ext cx="10058400" cy="1133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4731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1B8A6-315F-89F3-C977-1319F2BC7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A5C1A9-6D8B-2A40-8559-459B1237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593DF5E-75E2-F5D7-2B48-DC2080E98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427302-8E38-12B0-FB0E-3E0790BAB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26" y="2015431"/>
            <a:ext cx="11175748" cy="2426497"/>
          </a:xfrm>
          <a:prstGeom prst="rect">
            <a:avLst/>
          </a:prstGeom>
        </p:spPr>
      </p:pic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947288E9-E8B0-95CA-E9C1-E251921EC3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1537183"/>
              </p:ext>
            </p:extLst>
          </p:nvPr>
        </p:nvGraphicFramePr>
        <p:xfrm>
          <a:off x="1256451" y="33090"/>
          <a:ext cx="10058400" cy="1133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53134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77DE-0F28-C91B-A8AF-3534FE86A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27BF7D-14D2-8630-E1F2-0E9AEA37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61CD33-C8CA-8B86-5020-A4D2F3B62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C73864-C7C4-B720-CD99-83A7EB2B3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836" y="3508241"/>
            <a:ext cx="9787015" cy="2828763"/>
          </a:xfrm>
          <a:prstGeom prst="rect">
            <a:avLst/>
          </a:prstGeom>
        </p:spPr>
      </p:pic>
      <p:graphicFrame>
        <p:nvGraphicFramePr>
          <p:cNvPr id="11" name="TextBox 1">
            <a:extLst>
              <a:ext uri="{FF2B5EF4-FFF2-40B4-BE49-F238E27FC236}">
                <a16:creationId xmlns:a16="http://schemas.microsoft.com/office/drawing/2014/main" id="{6BB4FD2E-13F7-15AF-D8C0-96ACB4C6FE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3148925"/>
              </p:ext>
            </p:extLst>
          </p:nvPr>
        </p:nvGraphicFramePr>
        <p:xfrm>
          <a:off x="1256451" y="33090"/>
          <a:ext cx="10058400" cy="1133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B04A4CC4-3AF8-BBD7-D3E9-1DF731A7E99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210" y="1819352"/>
            <a:ext cx="5997460" cy="1036410"/>
          </a:xfrm>
          <a:prstGeom prst="rec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12020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1C187-EDD3-FF02-7717-61271618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623F03-5376-B8BE-F5A1-6E5DA8501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E06DCE-6EE2-3CC6-F124-0DBEA3540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4F3069-C5ED-F2D0-19EF-277B95710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836" y="3508241"/>
            <a:ext cx="9787015" cy="2828763"/>
          </a:xfrm>
          <a:prstGeom prst="rect">
            <a:avLst/>
          </a:prstGeom>
        </p:spPr>
      </p:pic>
      <p:graphicFrame>
        <p:nvGraphicFramePr>
          <p:cNvPr id="11" name="TextBox 1">
            <a:extLst>
              <a:ext uri="{FF2B5EF4-FFF2-40B4-BE49-F238E27FC236}">
                <a16:creationId xmlns:a16="http://schemas.microsoft.com/office/drawing/2014/main" id="{50BDE24C-E076-1428-3FB9-6C5EE3D89C76}"/>
              </a:ext>
            </a:extLst>
          </p:cNvPr>
          <p:cNvGraphicFramePr/>
          <p:nvPr/>
        </p:nvGraphicFramePr>
        <p:xfrm>
          <a:off x="1256451" y="33090"/>
          <a:ext cx="10058400" cy="1133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59446AB-2A44-327C-8638-1A4304F2DB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191"/>
          <a:stretch>
            <a:fillRect/>
          </a:stretch>
        </p:blipFill>
        <p:spPr>
          <a:xfrm>
            <a:off x="3196338" y="1685727"/>
            <a:ext cx="5926397" cy="1508891"/>
          </a:xfrm>
          <a:prstGeom prst="rec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55900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A266C-35C0-B101-98B9-D408DDEAF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8DDDDD-6414-7AD3-7567-F1B9DFF93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7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F0EA496-370A-33C8-7586-4A75995FD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619387-04A0-2135-3F56-2011426617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88" y="1421248"/>
            <a:ext cx="5936494" cy="33988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B342BE-5602-137D-C4BA-5BFA882F8B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389" y="1866036"/>
            <a:ext cx="3962123" cy="2652801"/>
          </a:xfrm>
          <a:prstGeom prst="rect">
            <a:avLst/>
          </a:prstGeom>
        </p:spPr>
      </p:pic>
      <p:graphicFrame>
        <p:nvGraphicFramePr>
          <p:cNvPr id="9" name="TextBox 1">
            <a:extLst>
              <a:ext uri="{FF2B5EF4-FFF2-40B4-BE49-F238E27FC236}">
                <a16:creationId xmlns:a16="http://schemas.microsoft.com/office/drawing/2014/main" id="{1D32EDA0-6564-F010-198A-6331FAF886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2527297"/>
              </p:ext>
            </p:extLst>
          </p:nvPr>
        </p:nvGraphicFramePr>
        <p:xfrm>
          <a:off x="1256451" y="33090"/>
          <a:ext cx="10058400" cy="1133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851904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C9615-8F9B-A834-A2E9-146B3119C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896F2C-A730-04D2-F411-C87038DB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8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AC7EB5E-F091-7E40-B32C-425874D34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119F60-4ABE-D094-A209-40F743EAF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937" y="1166873"/>
            <a:ext cx="6405428" cy="3450346"/>
          </a:xfrm>
          <a:prstGeom prst="rect">
            <a:avLst/>
          </a:prstGeom>
        </p:spPr>
      </p:pic>
      <p:graphicFrame>
        <p:nvGraphicFramePr>
          <p:cNvPr id="6" name="TextBox 1">
            <a:extLst>
              <a:ext uri="{FF2B5EF4-FFF2-40B4-BE49-F238E27FC236}">
                <a16:creationId xmlns:a16="http://schemas.microsoft.com/office/drawing/2014/main" id="{9492B5F3-9F7E-F874-5C75-5E8646A8A4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2204890"/>
              </p:ext>
            </p:extLst>
          </p:nvPr>
        </p:nvGraphicFramePr>
        <p:xfrm>
          <a:off x="1256451" y="33090"/>
          <a:ext cx="10058400" cy="1133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60B0122E-3C04-9E94-FCFD-BC9949541C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242" y="5156742"/>
            <a:ext cx="4611515" cy="74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193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0EF32-73F9-E9EA-FE09-4C7026017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F1CB22-F2DB-F453-657D-21B9CBCE1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9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020BC4-6167-ADFC-5A66-8E395D825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12D51-569A-C066-99FE-A38176676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87" y="1933714"/>
            <a:ext cx="5852667" cy="39475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CC5FC8-D819-6988-DA56-F4E8314151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230" y="2093748"/>
            <a:ext cx="5890770" cy="3787468"/>
          </a:xfrm>
          <a:prstGeom prst="rect">
            <a:avLst/>
          </a:prstGeom>
        </p:spPr>
      </p:pic>
      <p:graphicFrame>
        <p:nvGraphicFramePr>
          <p:cNvPr id="2" name="TextBox 1">
            <a:extLst>
              <a:ext uri="{FF2B5EF4-FFF2-40B4-BE49-F238E27FC236}">
                <a16:creationId xmlns:a16="http://schemas.microsoft.com/office/drawing/2014/main" id="{FBF3AD75-385B-7A45-A35D-DB7C917017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1447017"/>
              </p:ext>
            </p:extLst>
          </p:nvPr>
        </p:nvGraphicFramePr>
        <p:xfrm>
          <a:off x="1256451" y="33090"/>
          <a:ext cx="10058400" cy="1133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964107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F5BA2-F250-B3C0-03B3-02510040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819391-0205-A384-EA7C-452AC0BE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10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F4799E7-23F1-64BF-04D3-B7F839FB2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4DDDAE-D67F-18CF-B250-9827D2862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99" y="1558894"/>
            <a:ext cx="9910402" cy="4012566"/>
          </a:xfrm>
          <a:prstGeom prst="rect">
            <a:avLst/>
          </a:prstGeom>
        </p:spPr>
      </p:pic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962BBCBF-70B5-1D3E-375E-ED8B5B4EB2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8072251"/>
              </p:ext>
            </p:extLst>
          </p:nvPr>
        </p:nvGraphicFramePr>
        <p:xfrm>
          <a:off x="1256451" y="33090"/>
          <a:ext cx="10058400" cy="1133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60760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8F169-1F64-151D-735F-198082B1E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3408D9-23DA-7684-B04B-5CB7B42CE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11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742268-9352-D3E5-1FED-797EB9BE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1AFF35-8933-24C6-43B3-65D95B2596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90" y="1683101"/>
            <a:ext cx="11062900" cy="3750136"/>
          </a:xfrm>
          <a:prstGeom prst="rect">
            <a:avLst/>
          </a:prstGeom>
        </p:spPr>
      </p:pic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3A024F22-EFD5-26F1-B695-DEDBF81D4E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8629102"/>
              </p:ext>
            </p:extLst>
          </p:nvPr>
        </p:nvGraphicFramePr>
        <p:xfrm>
          <a:off x="1256451" y="33090"/>
          <a:ext cx="10058400" cy="1133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96330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5376E-FC89-1711-A119-B876757E9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DF325B-B05C-563D-F668-F1E0EB3F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12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8CBB684-0464-1023-624A-46B6B0D6D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3DDBD0-6899-3E4F-7489-27610B3BE5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633" y="1806959"/>
            <a:ext cx="9326734" cy="3244081"/>
          </a:xfrm>
          <a:prstGeom prst="rect">
            <a:avLst/>
          </a:prstGeom>
        </p:spPr>
      </p:pic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AF218D56-FDC7-F9A9-3D40-5DA771DEDE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6351848"/>
              </p:ext>
            </p:extLst>
          </p:nvPr>
        </p:nvGraphicFramePr>
        <p:xfrm>
          <a:off x="1256451" y="33090"/>
          <a:ext cx="10058400" cy="1133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03479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056E8-FBF4-E765-0ABF-FF7E9404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FB7D29-0A83-B11B-5110-09F49564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13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722589-2320-5898-CB85-303964932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ABD917-5DB7-A1FB-34A3-1F3601EDDCA4}"/>
              </a:ext>
            </a:extLst>
          </p:cNvPr>
          <p:cNvSpPr txBox="1"/>
          <p:nvPr/>
        </p:nvSpPr>
        <p:spPr>
          <a:xfrm>
            <a:off x="4956011" y="2721114"/>
            <a:ext cx="22799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Limitation</a:t>
            </a:r>
          </a:p>
        </p:txBody>
      </p:sp>
      <p:graphicFrame>
        <p:nvGraphicFramePr>
          <p:cNvPr id="8" name="TextBox 1">
            <a:extLst>
              <a:ext uri="{FF2B5EF4-FFF2-40B4-BE49-F238E27FC236}">
                <a16:creationId xmlns:a16="http://schemas.microsoft.com/office/drawing/2014/main" id="{F8CB5CA2-A738-A43F-54A3-D63A8E5762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9460851"/>
              </p:ext>
            </p:extLst>
          </p:nvPr>
        </p:nvGraphicFramePr>
        <p:xfrm>
          <a:off x="1256451" y="33090"/>
          <a:ext cx="10058400" cy="1133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9571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4B58D6-6102-444F-B284-A97ADD14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18587-C887-4F26-BCBB-B7A65BDC70CE}"/>
              </a:ext>
            </a:extLst>
          </p:cNvPr>
          <p:cNvSpPr txBox="1"/>
          <p:nvPr/>
        </p:nvSpPr>
        <p:spPr>
          <a:xfrm>
            <a:off x="4915228" y="2721114"/>
            <a:ext cx="2361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Discussion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967CB-93D2-0145-C704-0800CD9C6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graphicFrame>
        <p:nvGraphicFramePr>
          <p:cNvPr id="2" name="TextBox 1">
            <a:extLst>
              <a:ext uri="{FF2B5EF4-FFF2-40B4-BE49-F238E27FC236}">
                <a16:creationId xmlns:a16="http://schemas.microsoft.com/office/drawing/2014/main" id="{0ADE98B9-1CCC-17EE-E7EA-C0E7A0EE75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8497323"/>
              </p:ext>
            </p:extLst>
          </p:nvPr>
        </p:nvGraphicFramePr>
        <p:xfrm>
          <a:off x="1256451" y="33090"/>
          <a:ext cx="10058400" cy="1133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0172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6C7FD0-47E6-A097-8108-B1DDA1AB51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9" b="16032"/>
          <a:stretch>
            <a:fillRect/>
          </a:stretch>
        </p:blipFill>
        <p:spPr>
          <a:xfrm>
            <a:off x="2811483" y="1048958"/>
            <a:ext cx="6569032" cy="509289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4B58D6-6102-444F-B284-A97ADD14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18587-C887-4F26-BCBB-B7A65BDC70CE}"/>
              </a:ext>
            </a:extLst>
          </p:cNvPr>
          <p:cNvSpPr txBox="1"/>
          <p:nvPr/>
        </p:nvSpPr>
        <p:spPr>
          <a:xfrm>
            <a:off x="3916363" y="130856"/>
            <a:ext cx="43592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/>
              <a:t>Thank you!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C0075-6658-0540-676B-16BA9C4EA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</p:spTree>
    <p:extLst>
      <p:ext uri="{BB962C8B-B14F-4D97-AF65-F5344CB8AC3E}">
        <p14:creationId xmlns:p14="http://schemas.microsoft.com/office/powerpoint/2010/main" val="2421784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68C61A-058F-015C-1FE9-A9D2CCDFC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Brain Harmony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D24E2-9B28-DBE8-1B04-A1AC03FE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A5DE7A-6306-8123-B36C-64CEB03C533F}"/>
              </a:ext>
            </a:extLst>
          </p:cNvPr>
          <p:cNvSpPr txBox="1"/>
          <p:nvPr/>
        </p:nvSpPr>
        <p:spPr>
          <a:xfrm>
            <a:off x="5559635" y="3059668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18377404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7424</TotalTime>
  <Words>1805</Words>
  <Application>Microsoft Office PowerPoint</Application>
  <PresentationFormat>Widescreen</PresentationFormat>
  <Paragraphs>232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Calibri Light</vt:lpstr>
      <vt:lpstr>Retrospect</vt:lpstr>
      <vt:lpstr>Brain Harmony: A Multimodal Foundation Model Unifying Morphology and Function into 1D Tokens Authors: Zijian Dong, Ruilin Li, Joanna Su Xian Chong, Niousha Dehestani, Yinghui Teng, Yi Lin, Zhizhou Li, Yichi Zhang, Yapei Xie, Leon Qi Rong Ooi, B.T. Thomas Yeo, Juan Helen Zhou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Reinforcement Learning and 〖Revisited Rainbow〗^1</dc:title>
  <dc:creator>LaGrow, Theodore J</dc:creator>
  <cp:lastModifiedBy>LaGrow, Theodore J</cp:lastModifiedBy>
  <cp:revision>38</cp:revision>
  <dcterms:created xsi:type="dcterms:W3CDTF">2021-07-09T13:39:56Z</dcterms:created>
  <dcterms:modified xsi:type="dcterms:W3CDTF">2026-04-17T16:59:47Z</dcterms:modified>
</cp:coreProperties>
</file>